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185" autoAdjust="0"/>
  </p:normalViewPr>
  <p:slideViewPr>
    <p:cSldViewPr snapToGrid="0">
      <p:cViewPr varScale="1">
        <p:scale>
          <a:sx n="102" d="100"/>
          <a:sy n="102" d="100"/>
        </p:scale>
        <p:origin x="10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58ED27-6AC7-4AAC-BB7D-1956AB6A034B}" type="doc">
      <dgm:prSet loTypeId="urn:microsoft.com/office/officeart/2005/8/layout/hierarchy2" loCatId="hierarchy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zh-CN" altLang="en-US"/>
        </a:p>
      </dgm:t>
    </dgm:pt>
    <dgm:pt modelId="{9182987B-DDC5-46DF-B580-49014BB2B138}">
      <dgm:prSet phldrT="[文本]"/>
      <dgm:spPr/>
      <dgm:t>
        <a:bodyPr/>
        <a:lstStyle/>
        <a:p>
          <a:r>
            <a:rPr lang="zh-CN" altLang="en-US" dirty="0"/>
            <a:t>视觉结构要解决的问题</a:t>
          </a:r>
        </a:p>
      </dgm:t>
    </dgm:pt>
    <dgm:pt modelId="{CEB8F245-096E-4595-81A2-03BE0B441648}" type="parTrans" cxnId="{136B1DCB-6E61-4765-8D3C-EC19F693A9A6}">
      <dgm:prSet/>
      <dgm:spPr/>
      <dgm:t>
        <a:bodyPr/>
        <a:lstStyle/>
        <a:p>
          <a:endParaRPr lang="zh-CN" altLang="en-US"/>
        </a:p>
      </dgm:t>
    </dgm:pt>
    <dgm:pt modelId="{FADBA67B-D104-4564-BCE9-36552C697FC4}" type="sibTrans" cxnId="{136B1DCB-6E61-4765-8D3C-EC19F693A9A6}">
      <dgm:prSet/>
      <dgm:spPr/>
      <dgm:t>
        <a:bodyPr/>
        <a:lstStyle/>
        <a:p>
          <a:endParaRPr lang="zh-CN" altLang="en-US"/>
        </a:p>
      </dgm:t>
    </dgm:pt>
    <dgm:pt modelId="{3223EB8E-3EA4-497D-9382-256FEA2AF1EB}">
      <dgm:prSet phldrT="[文本]"/>
      <dgm:spPr/>
      <dgm:t>
        <a:bodyPr/>
        <a:lstStyle/>
        <a:p>
          <a:r>
            <a:rPr lang="zh-CN" altLang="en-US" dirty="0"/>
            <a:t>静态时的视觉</a:t>
          </a:r>
        </a:p>
      </dgm:t>
    </dgm:pt>
    <dgm:pt modelId="{523C1F49-7904-4AE0-8952-84EF7C6DE396}" type="parTrans" cxnId="{0C23392E-9BAD-4E49-9068-5560D15444A9}">
      <dgm:prSet/>
      <dgm:spPr/>
      <dgm:t>
        <a:bodyPr/>
        <a:lstStyle/>
        <a:p>
          <a:endParaRPr lang="zh-CN" altLang="en-US"/>
        </a:p>
      </dgm:t>
    </dgm:pt>
    <dgm:pt modelId="{5AABCB63-DE0B-4125-879A-6794CF81804C}" type="sibTrans" cxnId="{0C23392E-9BAD-4E49-9068-5560D15444A9}">
      <dgm:prSet/>
      <dgm:spPr/>
      <dgm:t>
        <a:bodyPr/>
        <a:lstStyle/>
        <a:p>
          <a:endParaRPr lang="zh-CN" altLang="en-US"/>
        </a:p>
      </dgm:t>
    </dgm:pt>
    <dgm:pt modelId="{39DAA166-A300-49C7-801C-F8B0BE8DDA94}">
      <dgm:prSet phldrT="[文本]"/>
      <dgm:spPr/>
      <dgm:t>
        <a:bodyPr/>
        <a:lstStyle/>
        <a:p>
          <a:r>
            <a:rPr lang="zh-CN" altLang="en-US" dirty="0"/>
            <a:t>常规摄像</a:t>
          </a:r>
        </a:p>
      </dgm:t>
    </dgm:pt>
    <dgm:pt modelId="{B819DA45-EBAA-4C5D-8115-D36D97CC7204}" type="parTrans" cxnId="{0CB13798-49AA-4778-9E79-1ABB8B9578E5}">
      <dgm:prSet/>
      <dgm:spPr/>
      <dgm:t>
        <a:bodyPr/>
        <a:lstStyle/>
        <a:p>
          <a:endParaRPr lang="zh-CN" altLang="en-US"/>
        </a:p>
      </dgm:t>
    </dgm:pt>
    <dgm:pt modelId="{900D7C02-50BF-4A2E-98AC-3F810717B637}" type="sibTrans" cxnId="{0CB13798-49AA-4778-9E79-1ABB8B9578E5}">
      <dgm:prSet/>
      <dgm:spPr/>
      <dgm:t>
        <a:bodyPr/>
        <a:lstStyle/>
        <a:p>
          <a:endParaRPr lang="zh-CN" altLang="en-US"/>
        </a:p>
      </dgm:t>
    </dgm:pt>
    <dgm:pt modelId="{E924EF6D-D99A-4958-A87C-C18370150172}">
      <dgm:prSet phldrT="[文本]"/>
      <dgm:spPr/>
      <dgm:t>
        <a:bodyPr/>
        <a:lstStyle/>
        <a:p>
          <a:r>
            <a:rPr lang="zh-CN" altLang="en-US" dirty="0"/>
            <a:t>激光雷达（可选）</a:t>
          </a:r>
        </a:p>
      </dgm:t>
    </dgm:pt>
    <dgm:pt modelId="{DB36A47B-5169-44AC-A110-8FC2D0DA4E6C}" type="parTrans" cxnId="{58B23D87-C44D-4113-A67E-180923CBB6C7}">
      <dgm:prSet/>
      <dgm:spPr/>
      <dgm:t>
        <a:bodyPr/>
        <a:lstStyle/>
        <a:p>
          <a:endParaRPr lang="zh-CN" altLang="en-US"/>
        </a:p>
      </dgm:t>
    </dgm:pt>
    <dgm:pt modelId="{1CB4CAFB-0A5F-4105-86BD-0413F20226D2}" type="sibTrans" cxnId="{58B23D87-C44D-4113-A67E-180923CBB6C7}">
      <dgm:prSet/>
      <dgm:spPr/>
      <dgm:t>
        <a:bodyPr/>
        <a:lstStyle/>
        <a:p>
          <a:endParaRPr lang="zh-CN" altLang="en-US"/>
        </a:p>
      </dgm:t>
    </dgm:pt>
    <dgm:pt modelId="{A1A3C2A7-E2D1-4608-B411-3380245F9837}">
      <dgm:prSet phldrT="[文本]"/>
      <dgm:spPr/>
      <dgm:t>
        <a:bodyPr/>
        <a:lstStyle/>
        <a:p>
          <a:r>
            <a:rPr lang="zh-CN" altLang="en-US" dirty="0"/>
            <a:t>动态时的视觉</a:t>
          </a:r>
        </a:p>
      </dgm:t>
    </dgm:pt>
    <dgm:pt modelId="{11CE5581-C68D-4392-B930-64D3C011B668}" type="parTrans" cxnId="{EB450456-CA4A-43CA-99E8-7A8E6C5A778F}">
      <dgm:prSet/>
      <dgm:spPr/>
      <dgm:t>
        <a:bodyPr/>
        <a:lstStyle/>
        <a:p>
          <a:endParaRPr lang="zh-CN" altLang="en-US"/>
        </a:p>
      </dgm:t>
    </dgm:pt>
    <dgm:pt modelId="{734AB054-B3CC-4567-B68C-4DEF66608817}" type="sibTrans" cxnId="{EB450456-CA4A-43CA-99E8-7A8E6C5A778F}">
      <dgm:prSet/>
      <dgm:spPr/>
      <dgm:t>
        <a:bodyPr/>
        <a:lstStyle/>
        <a:p>
          <a:endParaRPr lang="zh-CN" altLang="en-US"/>
        </a:p>
      </dgm:t>
    </dgm:pt>
    <dgm:pt modelId="{469B0C37-825F-4DB2-8144-0A6AC1398CE7}">
      <dgm:prSet phldrT="[文本]"/>
      <dgm:spPr/>
      <dgm:t>
        <a:bodyPr/>
        <a:lstStyle/>
        <a:p>
          <a:r>
            <a:rPr lang="zh-CN" altLang="en-US" dirty="0"/>
            <a:t>双目（鱼眼）相机</a:t>
          </a:r>
        </a:p>
      </dgm:t>
    </dgm:pt>
    <dgm:pt modelId="{982E6A27-5C7A-4C56-8D98-BD86FAB59171}" type="parTrans" cxnId="{90B8A5C1-BABA-4DA1-BF98-2291A8B9380F}">
      <dgm:prSet/>
      <dgm:spPr/>
      <dgm:t>
        <a:bodyPr/>
        <a:lstStyle/>
        <a:p>
          <a:endParaRPr lang="zh-CN" altLang="en-US"/>
        </a:p>
      </dgm:t>
    </dgm:pt>
    <dgm:pt modelId="{1948E0ED-2D03-4FF2-AFD2-AD77C2B50155}" type="sibTrans" cxnId="{90B8A5C1-BABA-4DA1-BF98-2291A8B9380F}">
      <dgm:prSet/>
      <dgm:spPr/>
      <dgm:t>
        <a:bodyPr/>
        <a:lstStyle/>
        <a:p>
          <a:endParaRPr lang="zh-CN" altLang="en-US"/>
        </a:p>
      </dgm:t>
    </dgm:pt>
    <dgm:pt modelId="{6FEE5065-DD22-433E-853F-FF05970C9C92}">
      <dgm:prSet/>
      <dgm:spPr/>
      <dgm:t>
        <a:bodyPr/>
        <a:lstStyle/>
        <a:p>
          <a:r>
            <a:rPr lang="zh-CN" altLang="en-US" dirty="0"/>
            <a:t>相机的目的</a:t>
          </a:r>
        </a:p>
      </dgm:t>
    </dgm:pt>
    <dgm:pt modelId="{C80BA089-7056-4B52-A1DB-6E4F091B4C75}" type="parTrans" cxnId="{F9C4A608-8F3C-4E81-8E90-6274C93E4191}">
      <dgm:prSet/>
      <dgm:spPr/>
      <dgm:t>
        <a:bodyPr/>
        <a:lstStyle/>
        <a:p>
          <a:endParaRPr lang="zh-CN" altLang="en-US"/>
        </a:p>
      </dgm:t>
    </dgm:pt>
    <dgm:pt modelId="{D5CBEF28-ED4C-42C4-B8A3-1419202753EC}" type="sibTrans" cxnId="{F9C4A608-8F3C-4E81-8E90-6274C93E4191}">
      <dgm:prSet/>
      <dgm:spPr/>
      <dgm:t>
        <a:bodyPr/>
        <a:lstStyle/>
        <a:p>
          <a:endParaRPr lang="zh-CN" altLang="en-US"/>
        </a:p>
      </dgm:t>
    </dgm:pt>
    <dgm:pt modelId="{D99A9E08-6FC6-45CA-97A1-7A2B0A8BFF60}">
      <dgm:prSet/>
      <dgm:spPr/>
      <dgm:t>
        <a:bodyPr/>
        <a:lstStyle/>
        <a:p>
          <a:r>
            <a:rPr lang="zh-CN" altLang="en-US" dirty="0"/>
            <a:t>相机的选择</a:t>
          </a:r>
        </a:p>
      </dgm:t>
    </dgm:pt>
    <dgm:pt modelId="{9A15C9BB-7E9E-46A8-96C0-F30D8BC36498}" type="parTrans" cxnId="{0F78BF85-F7B2-448C-AE52-A123EEF3ED06}">
      <dgm:prSet/>
      <dgm:spPr/>
      <dgm:t>
        <a:bodyPr/>
        <a:lstStyle/>
        <a:p>
          <a:endParaRPr lang="zh-CN" altLang="en-US"/>
        </a:p>
      </dgm:t>
    </dgm:pt>
    <dgm:pt modelId="{DFE12F57-4A5A-4BF8-80C8-D3064BB8DBAE}" type="sibTrans" cxnId="{0F78BF85-F7B2-448C-AE52-A123EEF3ED06}">
      <dgm:prSet/>
      <dgm:spPr/>
      <dgm:t>
        <a:bodyPr/>
        <a:lstStyle/>
        <a:p>
          <a:endParaRPr lang="zh-CN" altLang="en-US"/>
        </a:p>
      </dgm:t>
    </dgm:pt>
    <dgm:pt modelId="{6D8768BF-D7F7-4C4A-A370-FD989E0BF8EA}">
      <dgm:prSet/>
      <dgm:spPr/>
      <dgm:t>
        <a:bodyPr/>
        <a:lstStyle/>
        <a:p>
          <a:r>
            <a:rPr lang="zh-CN" altLang="en-US" dirty="0"/>
            <a:t>自制</a:t>
          </a:r>
        </a:p>
      </dgm:t>
    </dgm:pt>
    <dgm:pt modelId="{C3DF2523-F16C-4B9A-B191-6DF3DC06D6E0}" type="parTrans" cxnId="{81DE40BB-A320-4B02-9E12-D0935E3F57B5}">
      <dgm:prSet/>
      <dgm:spPr/>
      <dgm:t>
        <a:bodyPr/>
        <a:lstStyle/>
        <a:p>
          <a:endParaRPr lang="zh-CN" altLang="en-US"/>
        </a:p>
      </dgm:t>
    </dgm:pt>
    <dgm:pt modelId="{FA27A8C7-0A40-4AC5-A4E9-D215A0EEFF93}" type="sibTrans" cxnId="{81DE40BB-A320-4B02-9E12-D0935E3F57B5}">
      <dgm:prSet/>
      <dgm:spPr/>
      <dgm:t>
        <a:bodyPr/>
        <a:lstStyle/>
        <a:p>
          <a:endParaRPr lang="zh-CN" altLang="en-US"/>
        </a:p>
      </dgm:t>
    </dgm:pt>
    <dgm:pt modelId="{23276A23-D478-4D04-8947-B68D84D2DF1D}">
      <dgm:prSet/>
      <dgm:spPr/>
      <dgm:t>
        <a:bodyPr/>
        <a:lstStyle/>
        <a:p>
          <a:r>
            <a:rPr lang="zh-CN" altLang="en-US" dirty="0"/>
            <a:t>购买</a:t>
          </a:r>
        </a:p>
      </dgm:t>
    </dgm:pt>
    <dgm:pt modelId="{5332678E-9B37-471F-86FC-8BCC11B38FA7}" type="parTrans" cxnId="{4E0F3648-6354-4052-BFFB-85774D274F55}">
      <dgm:prSet/>
      <dgm:spPr/>
      <dgm:t>
        <a:bodyPr/>
        <a:lstStyle/>
        <a:p>
          <a:endParaRPr lang="zh-CN" altLang="en-US"/>
        </a:p>
      </dgm:t>
    </dgm:pt>
    <dgm:pt modelId="{18E888B8-661C-44EB-A036-C178428EE6A8}" type="sibTrans" cxnId="{4E0F3648-6354-4052-BFFB-85774D274F55}">
      <dgm:prSet/>
      <dgm:spPr/>
      <dgm:t>
        <a:bodyPr/>
        <a:lstStyle/>
        <a:p>
          <a:endParaRPr lang="zh-CN" altLang="en-US"/>
        </a:p>
      </dgm:t>
    </dgm:pt>
    <dgm:pt modelId="{A444867E-52F8-4E50-92F3-3DB4067801D2}">
      <dgm:prSet/>
      <dgm:spPr/>
      <dgm:t>
        <a:bodyPr/>
        <a:lstStyle/>
        <a:p>
          <a:r>
            <a:rPr lang="zh-CN" altLang="en-US" dirty="0"/>
            <a:t>双目间的图片合成</a:t>
          </a:r>
        </a:p>
      </dgm:t>
    </dgm:pt>
    <dgm:pt modelId="{AF1EEC24-9907-4F8A-9DCF-CC8F09B1743F}" type="parTrans" cxnId="{A77BFF06-315B-4C84-B94F-0899E9CED507}">
      <dgm:prSet/>
      <dgm:spPr/>
      <dgm:t>
        <a:bodyPr/>
        <a:lstStyle/>
        <a:p>
          <a:endParaRPr lang="zh-CN" altLang="en-US"/>
        </a:p>
      </dgm:t>
    </dgm:pt>
    <dgm:pt modelId="{2D3CBEFB-9ABC-4707-B357-A9665114BFD1}" type="sibTrans" cxnId="{A77BFF06-315B-4C84-B94F-0899E9CED507}">
      <dgm:prSet/>
      <dgm:spPr/>
      <dgm:t>
        <a:bodyPr/>
        <a:lstStyle/>
        <a:p>
          <a:endParaRPr lang="zh-CN" altLang="en-US"/>
        </a:p>
      </dgm:t>
    </dgm:pt>
    <dgm:pt modelId="{44E4B61A-753C-4016-93E0-5218C525662A}">
      <dgm:prSet/>
      <dgm:spPr/>
      <dgm:t>
        <a:bodyPr/>
        <a:lstStyle/>
        <a:p>
          <a:r>
            <a:rPr lang="zh-CN" altLang="en-US" dirty="0"/>
            <a:t>多张动态图片间的合成</a:t>
          </a:r>
        </a:p>
      </dgm:t>
    </dgm:pt>
    <dgm:pt modelId="{64510276-80B3-440D-867B-E6AF00876DAB}" type="parTrans" cxnId="{08A6C82F-D0F3-4324-965F-E0A8BED1BD34}">
      <dgm:prSet/>
      <dgm:spPr/>
      <dgm:t>
        <a:bodyPr/>
        <a:lstStyle/>
        <a:p>
          <a:endParaRPr lang="zh-CN" altLang="en-US"/>
        </a:p>
      </dgm:t>
    </dgm:pt>
    <dgm:pt modelId="{C216BB0E-DECE-4D3A-9AE6-DF22B6266831}" type="sibTrans" cxnId="{08A6C82F-D0F3-4324-965F-E0A8BED1BD34}">
      <dgm:prSet/>
      <dgm:spPr/>
      <dgm:t>
        <a:bodyPr/>
        <a:lstStyle/>
        <a:p>
          <a:endParaRPr lang="zh-CN" altLang="en-US"/>
        </a:p>
      </dgm:t>
    </dgm:pt>
    <dgm:pt modelId="{33231D88-A16C-4069-8E23-05497104BC45}">
      <dgm:prSet/>
      <dgm:spPr/>
      <dgm:t>
        <a:bodyPr/>
        <a:lstStyle/>
        <a:p>
          <a:r>
            <a:rPr lang="zh-CN" altLang="en-US" dirty="0"/>
            <a:t>应该会有很多成熟方案。如果购买双目相机，厂家应该也会提供</a:t>
          </a:r>
        </a:p>
      </dgm:t>
    </dgm:pt>
    <dgm:pt modelId="{6A6FCEC7-1DDA-43AE-B4EB-F5EFD61A0B13}" type="parTrans" cxnId="{E341099F-F863-4714-B344-AD444EB4AE93}">
      <dgm:prSet/>
      <dgm:spPr/>
      <dgm:t>
        <a:bodyPr/>
        <a:lstStyle/>
        <a:p>
          <a:endParaRPr lang="zh-CN" altLang="en-US"/>
        </a:p>
      </dgm:t>
    </dgm:pt>
    <dgm:pt modelId="{DA555F63-4D27-4DBB-B4CD-1100176D6B4F}" type="sibTrans" cxnId="{E341099F-F863-4714-B344-AD444EB4AE93}">
      <dgm:prSet/>
      <dgm:spPr/>
      <dgm:t>
        <a:bodyPr/>
        <a:lstStyle/>
        <a:p>
          <a:endParaRPr lang="zh-CN" altLang="en-US"/>
        </a:p>
      </dgm:t>
    </dgm:pt>
    <dgm:pt modelId="{88983648-77D2-4855-B276-2B181BA831EA}">
      <dgm:prSet/>
      <dgm:spPr/>
      <dgm:t>
        <a:bodyPr/>
        <a:lstStyle/>
        <a:p>
          <a:r>
            <a:rPr lang="zh-CN" altLang="en-US" dirty="0"/>
            <a:t>有开源方案需自行实现</a:t>
          </a:r>
        </a:p>
      </dgm:t>
    </dgm:pt>
    <dgm:pt modelId="{81F100EC-11F7-4E72-B927-B942DB688462}" type="parTrans" cxnId="{9D61205C-1373-4C80-8791-80FDF338B43D}">
      <dgm:prSet/>
      <dgm:spPr/>
      <dgm:t>
        <a:bodyPr/>
        <a:lstStyle/>
        <a:p>
          <a:endParaRPr lang="zh-CN" altLang="en-US"/>
        </a:p>
      </dgm:t>
    </dgm:pt>
    <dgm:pt modelId="{265F0BAC-94DC-4FF4-9271-93C82E980ACF}" type="sibTrans" cxnId="{9D61205C-1373-4C80-8791-80FDF338B43D}">
      <dgm:prSet/>
      <dgm:spPr/>
      <dgm:t>
        <a:bodyPr/>
        <a:lstStyle/>
        <a:p>
          <a:endParaRPr lang="zh-CN" altLang="en-US"/>
        </a:p>
      </dgm:t>
    </dgm:pt>
    <dgm:pt modelId="{B87D46CD-D3EF-42B2-849C-478A161029F4}">
      <dgm:prSet/>
      <dgm:spPr/>
      <dgm:t>
        <a:bodyPr/>
        <a:lstStyle/>
        <a:p>
          <a:r>
            <a:rPr lang="zh-CN" altLang="en-US" dirty="0"/>
            <a:t>如果只在静态时需要雷达，可升降</a:t>
          </a:r>
        </a:p>
      </dgm:t>
    </dgm:pt>
    <dgm:pt modelId="{50083D64-8AD9-49F7-8760-949A6FF739E9}" type="parTrans" cxnId="{4933BF0F-E9D0-4FED-9F0B-2F5222139BE0}">
      <dgm:prSet/>
      <dgm:spPr/>
      <dgm:t>
        <a:bodyPr/>
        <a:lstStyle/>
        <a:p>
          <a:endParaRPr lang="zh-CN" altLang="en-US"/>
        </a:p>
      </dgm:t>
    </dgm:pt>
    <dgm:pt modelId="{3FA6167E-E434-4FF2-9051-CDE9A3C39938}" type="sibTrans" cxnId="{4933BF0F-E9D0-4FED-9F0B-2F5222139BE0}">
      <dgm:prSet/>
      <dgm:spPr/>
      <dgm:t>
        <a:bodyPr/>
        <a:lstStyle/>
        <a:p>
          <a:endParaRPr lang="zh-CN" altLang="en-US"/>
        </a:p>
      </dgm:t>
    </dgm:pt>
    <dgm:pt modelId="{FD6A7C43-8DBA-4538-AF8C-D937982A519D}">
      <dgm:prSet/>
      <dgm:spPr/>
      <dgm:t>
        <a:bodyPr/>
        <a:lstStyle/>
        <a:p>
          <a:r>
            <a:rPr lang="zh-CN" altLang="en-US" dirty="0"/>
            <a:t>也可以采用将外壳做成透明可透波材料</a:t>
          </a:r>
        </a:p>
      </dgm:t>
    </dgm:pt>
    <dgm:pt modelId="{F885FEE1-5200-40CB-9657-6BDD11CE2CA4}" type="parTrans" cxnId="{50773C7B-86C3-4D3D-888C-D4AC820ACD51}">
      <dgm:prSet/>
      <dgm:spPr/>
      <dgm:t>
        <a:bodyPr/>
        <a:lstStyle/>
        <a:p>
          <a:endParaRPr lang="zh-CN" altLang="en-US"/>
        </a:p>
      </dgm:t>
    </dgm:pt>
    <dgm:pt modelId="{BFAB6FCD-E5C5-450E-AA3F-76785D5A804A}" type="sibTrans" cxnId="{50773C7B-86C3-4D3D-888C-D4AC820ACD51}">
      <dgm:prSet/>
      <dgm:spPr/>
      <dgm:t>
        <a:bodyPr/>
        <a:lstStyle/>
        <a:p>
          <a:endParaRPr lang="zh-CN" altLang="en-US"/>
        </a:p>
      </dgm:t>
    </dgm:pt>
    <dgm:pt modelId="{44105680-4CC1-4017-B35A-663F87C384A8}">
      <dgm:prSet/>
      <dgm:spPr/>
      <dgm:t>
        <a:bodyPr/>
        <a:lstStyle/>
        <a:p>
          <a:r>
            <a:rPr lang="zh-CN" altLang="en-US" dirty="0"/>
            <a:t>主要是获取实时的位置</a:t>
          </a:r>
          <a:r>
            <a:rPr lang="en-US" altLang="zh-CN" dirty="0"/>
            <a:t>/</a:t>
          </a:r>
          <a:r>
            <a:rPr lang="zh-CN" altLang="en-US" dirty="0"/>
            <a:t>与周围物体相对的距离</a:t>
          </a:r>
          <a:r>
            <a:rPr lang="en-US" altLang="zh-CN" dirty="0"/>
            <a:t>/</a:t>
          </a:r>
          <a:r>
            <a:rPr lang="zh-CN" altLang="en-US" dirty="0"/>
            <a:t>判定运动过程中的参照物</a:t>
          </a:r>
        </a:p>
      </dgm:t>
    </dgm:pt>
    <dgm:pt modelId="{FDB5AD9E-5E51-4F86-941D-FFFE26D44714}" type="parTrans" cxnId="{C249C154-C6D5-41DD-AD34-C4E99DB9ABFC}">
      <dgm:prSet/>
      <dgm:spPr/>
      <dgm:t>
        <a:bodyPr/>
        <a:lstStyle/>
        <a:p>
          <a:endParaRPr lang="zh-CN" altLang="en-US"/>
        </a:p>
      </dgm:t>
    </dgm:pt>
    <dgm:pt modelId="{B2BCCFDA-EF21-415A-B556-883EEE758807}" type="sibTrans" cxnId="{C249C154-C6D5-41DD-AD34-C4E99DB9ABFC}">
      <dgm:prSet/>
      <dgm:spPr/>
      <dgm:t>
        <a:bodyPr/>
        <a:lstStyle/>
        <a:p>
          <a:endParaRPr lang="zh-CN" altLang="en-US"/>
        </a:p>
      </dgm:t>
    </dgm:pt>
    <dgm:pt modelId="{4C67B6C2-6090-45A1-B09E-86B22CA61155}" type="pres">
      <dgm:prSet presAssocID="{2A58ED27-6AC7-4AAC-BB7D-1956AB6A034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A6E3E416-797A-4F5B-8D69-FA580172CE87}" type="pres">
      <dgm:prSet presAssocID="{9182987B-DDC5-46DF-B580-49014BB2B138}" presName="root1" presStyleCnt="0"/>
      <dgm:spPr/>
    </dgm:pt>
    <dgm:pt modelId="{ACE4DC10-4DA5-48F6-B507-A77BE26979CC}" type="pres">
      <dgm:prSet presAssocID="{9182987B-DDC5-46DF-B580-49014BB2B138}" presName="LevelOneTextNode" presStyleLbl="node0" presStyleIdx="0" presStyleCnt="1">
        <dgm:presLayoutVars>
          <dgm:chPref val="3"/>
        </dgm:presLayoutVars>
      </dgm:prSet>
      <dgm:spPr/>
    </dgm:pt>
    <dgm:pt modelId="{A9A3958B-2926-40AD-BA56-30871C3343AE}" type="pres">
      <dgm:prSet presAssocID="{9182987B-DDC5-46DF-B580-49014BB2B138}" presName="level2hierChild" presStyleCnt="0"/>
      <dgm:spPr/>
    </dgm:pt>
    <dgm:pt modelId="{F4C7A10F-E807-475F-BFD9-053E44A2DD75}" type="pres">
      <dgm:prSet presAssocID="{523C1F49-7904-4AE0-8952-84EF7C6DE396}" presName="conn2-1" presStyleLbl="parChTrans1D2" presStyleIdx="0" presStyleCnt="2"/>
      <dgm:spPr/>
    </dgm:pt>
    <dgm:pt modelId="{A2B2AB70-5C89-47FA-8410-6525D7B8A82F}" type="pres">
      <dgm:prSet presAssocID="{523C1F49-7904-4AE0-8952-84EF7C6DE396}" presName="connTx" presStyleLbl="parChTrans1D2" presStyleIdx="0" presStyleCnt="2"/>
      <dgm:spPr/>
    </dgm:pt>
    <dgm:pt modelId="{DAC30C51-4A39-4151-ACB8-E0CBB0A68B3B}" type="pres">
      <dgm:prSet presAssocID="{3223EB8E-3EA4-497D-9382-256FEA2AF1EB}" presName="root2" presStyleCnt="0"/>
      <dgm:spPr/>
    </dgm:pt>
    <dgm:pt modelId="{32DD629A-D75E-4BD3-909E-334F7B9A3517}" type="pres">
      <dgm:prSet presAssocID="{3223EB8E-3EA4-497D-9382-256FEA2AF1EB}" presName="LevelTwoTextNode" presStyleLbl="node2" presStyleIdx="0" presStyleCnt="2">
        <dgm:presLayoutVars>
          <dgm:chPref val="3"/>
        </dgm:presLayoutVars>
      </dgm:prSet>
      <dgm:spPr/>
    </dgm:pt>
    <dgm:pt modelId="{7E844F52-D95D-475D-8EC9-E6088AFF9987}" type="pres">
      <dgm:prSet presAssocID="{3223EB8E-3EA4-497D-9382-256FEA2AF1EB}" presName="level3hierChild" presStyleCnt="0"/>
      <dgm:spPr/>
    </dgm:pt>
    <dgm:pt modelId="{CCA0A3DB-B3A6-462F-9566-FE8D8CBBBF49}" type="pres">
      <dgm:prSet presAssocID="{B819DA45-EBAA-4C5D-8115-D36D97CC7204}" presName="conn2-1" presStyleLbl="parChTrans1D3" presStyleIdx="0" presStyleCnt="4"/>
      <dgm:spPr/>
    </dgm:pt>
    <dgm:pt modelId="{AD5D0348-1E47-4D15-9013-90816A210420}" type="pres">
      <dgm:prSet presAssocID="{B819DA45-EBAA-4C5D-8115-D36D97CC7204}" presName="connTx" presStyleLbl="parChTrans1D3" presStyleIdx="0" presStyleCnt="4"/>
      <dgm:spPr/>
    </dgm:pt>
    <dgm:pt modelId="{FFAF961C-9609-4631-91F3-2626AA716248}" type="pres">
      <dgm:prSet presAssocID="{39DAA166-A300-49C7-801C-F8B0BE8DDA94}" presName="root2" presStyleCnt="0"/>
      <dgm:spPr/>
    </dgm:pt>
    <dgm:pt modelId="{8A68729B-9DC8-4CA8-B603-8B81A2ACDB89}" type="pres">
      <dgm:prSet presAssocID="{39DAA166-A300-49C7-801C-F8B0BE8DDA94}" presName="LevelTwoTextNode" presStyleLbl="node3" presStyleIdx="0" presStyleCnt="4">
        <dgm:presLayoutVars>
          <dgm:chPref val="3"/>
        </dgm:presLayoutVars>
      </dgm:prSet>
      <dgm:spPr/>
    </dgm:pt>
    <dgm:pt modelId="{19FC7854-216B-4CCE-BF11-60C5997D8EE6}" type="pres">
      <dgm:prSet presAssocID="{39DAA166-A300-49C7-801C-F8B0BE8DDA94}" presName="level3hierChild" presStyleCnt="0"/>
      <dgm:spPr/>
    </dgm:pt>
    <dgm:pt modelId="{6D2290F4-0410-49E3-8522-79112785819C}" type="pres">
      <dgm:prSet presAssocID="{DB36A47B-5169-44AC-A110-8FC2D0DA4E6C}" presName="conn2-1" presStyleLbl="parChTrans1D3" presStyleIdx="1" presStyleCnt="4"/>
      <dgm:spPr/>
    </dgm:pt>
    <dgm:pt modelId="{4217967C-2D55-4CA1-9B60-3EB1252436E2}" type="pres">
      <dgm:prSet presAssocID="{DB36A47B-5169-44AC-A110-8FC2D0DA4E6C}" presName="connTx" presStyleLbl="parChTrans1D3" presStyleIdx="1" presStyleCnt="4"/>
      <dgm:spPr/>
    </dgm:pt>
    <dgm:pt modelId="{FDBA5CD5-F31B-4C83-BC61-468CBD7BEBE8}" type="pres">
      <dgm:prSet presAssocID="{E924EF6D-D99A-4958-A87C-C18370150172}" presName="root2" presStyleCnt="0"/>
      <dgm:spPr/>
    </dgm:pt>
    <dgm:pt modelId="{E577BCA5-B278-4B25-A2F4-312D75A2CCF7}" type="pres">
      <dgm:prSet presAssocID="{E924EF6D-D99A-4958-A87C-C18370150172}" presName="LevelTwoTextNode" presStyleLbl="node3" presStyleIdx="1" presStyleCnt="4">
        <dgm:presLayoutVars>
          <dgm:chPref val="3"/>
        </dgm:presLayoutVars>
      </dgm:prSet>
      <dgm:spPr/>
    </dgm:pt>
    <dgm:pt modelId="{21FB21EC-BB19-4354-B3E3-7C1B56CA2D4D}" type="pres">
      <dgm:prSet presAssocID="{E924EF6D-D99A-4958-A87C-C18370150172}" presName="level3hierChild" presStyleCnt="0"/>
      <dgm:spPr/>
    </dgm:pt>
    <dgm:pt modelId="{E064D0A6-7B4D-4708-BA9A-8579701E3A60}" type="pres">
      <dgm:prSet presAssocID="{50083D64-8AD9-49F7-8760-949A6FF739E9}" presName="conn2-1" presStyleLbl="parChTrans1D4" presStyleIdx="0" presStyleCnt="10"/>
      <dgm:spPr/>
    </dgm:pt>
    <dgm:pt modelId="{4E69B7BA-328B-4607-BF71-D707542C20B7}" type="pres">
      <dgm:prSet presAssocID="{50083D64-8AD9-49F7-8760-949A6FF739E9}" presName="connTx" presStyleLbl="parChTrans1D4" presStyleIdx="0" presStyleCnt="10"/>
      <dgm:spPr/>
    </dgm:pt>
    <dgm:pt modelId="{76B4FD0D-87EA-495C-9390-1B4331C66522}" type="pres">
      <dgm:prSet presAssocID="{B87D46CD-D3EF-42B2-849C-478A161029F4}" presName="root2" presStyleCnt="0"/>
      <dgm:spPr/>
    </dgm:pt>
    <dgm:pt modelId="{68E3B375-1D8E-4F38-84A1-A635F40CB639}" type="pres">
      <dgm:prSet presAssocID="{B87D46CD-D3EF-42B2-849C-478A161029F4}" presName="LevelTwoTextNode" presStyleLbl="node4" presStyleIdx="0" presStyleCnt="10">
        <dgm:presLayoutVars>
          <dgm:chPref val="3"/>
        </dgm:presLayoutVars>
      </dgm:prSet>
      <dgm:spPr/>
    </dgm:pt>
    <dgm:pt modelId="{AB642F8A-114C-4155-B127-782621B87641}" type="pres">
      <dgm:prSet presAssocID="{B87D46CD-D3EF-42B2-849C-478A161029F4}" presName="level3hierChild" presStyleCnt="0"/>
      <dgm:spPr/>
    </dgm:pt>
    <dgm:pt modelId="{D1A2EB34-2EA2-4D22-9158-1A09BEBBA85B}" type="pres">
      <dgm:prSet presAssocID="{F885FEE1-5200-40CB-9657-6BDD11CE2CA4}" presName="conn2-1" presStyleLbl="parChTrans1D4" presStyleIdx="1" presStyleCnt="10"/>
      <dgm:spPr/>
    </dgm:pt>
    <dgm:pt modelId="{5F6A7F05-989E-4CCA-8686-3B5DE5A40D34}" type="pres">
      <dgm:prSet presAssocID="{F885FEE1-5200-40CB-9657-6BDD11CE2CA4}" presName="connTx" presStyleLbl="parChTrans1D4" presStyleIdx="1" presStyleCnt="10"/>
      <dgm:spPr/>
    </dgm:pt>
    <dgm:pt modelId="{7C734610-6E52-40AB-8523-94A63C9509DA}" type="pres">
      <dgm:prSet presAssocID="{FD6A7C43-8DBA-4538-AF8C-D937982A519D}" presName="root2" presStyleCnt="0"/>
      <dgm:spPr/>
    </dgm:pt>
    <dgm:pt modelId="{B1A2EBF0-DDC2-4DD4-8714-B2322AFE7B66}" type="pres">
      <dgm:prSet presAssocID="{FD6A7C43-8DBA-4538-AF8C-D937982A519D}" presName="LevelTwoTextNode" presStyleLbl="node4" presStyleIdx="1" presStyleCnt="10">
        <dgm:presLayoutVars>
          <dgm:chPref val="3"/>
        </dgm:presLayoutVars>
      </dgm:prSet>
      <dgm:spPr/>
    </dgm:pt>
    <dgm:pt modelId="{FADA4E22-9A3D-423C-A0EE-CF944CBAA0E7}" type="pres">
      <dgm:prSet presAssocID="{FD6A7C43-8DBA-4538-AF8C-D937982A519D}" presName="level3hierChild" presStyleCnt="0"/>
      <dgm:spPr/>
    </dgm:pt>
    <dgm:pt modelId="{77D16E2A-11C5-45C9-811A-53FB5B0D9F9B}" type="pres">
      <dgm:prSet presAssocID="{11CE5581-C68D-4392-B930-64D3C011B668}" presName="conn2-1" presStyleLbl="parChTrans1D2" presStyleIdx="1" presStyleCnt="2"/>
      <dgm:spPr/>
    </dgm:pt>
    <dgm:pt modelId="{929C173D-61FE-425B-BB6A-772447D9C97F}" type="pres">
      <dgm:prSet presAssocID="{11CE5581-C68D-4392-B930-64D3C011B668}" presName="connTx" presStyleLbl="parChTrans1D2" presStyleIdx="1" presStyleCnt="2"/>
      <dgm:spPr/>
    </dgm:pt>
    <dgm:pt modelId="{AC915824-C7D8-4833-9265-D4A952303839}" type="pres">
      <dgm:prSet presAssocID="{A1A3C2A7-E2D1-4608-B411-3380245F9837}" presName="root2" presStyleCnt="0"/>
      <dgm:spPr/>
    </dgm:pt>
    <dgm:pt modelId="{83FB8BA1-E97D-46AE-9838-C1667B4F78ED}" type="pres">
      <dgm:prSet presAssocID="{A1A3C2A7-E2D1-4608-B411-3380245F9837}" presName="LevelTwoTextNode" presStyleLbl="node2" presStyleIdx="1" presStyleCnt="2">
        <dgm:presLayoutVars>
          <dgm:chPref val="3"/>
        </dgm:presLayoutVars>
      </dgm:prSet>
      <dgm:spPr/>
    </dgm:pt>
    <dgm:pt modelId="{48078A60-A91E-49A8-8567-13C3B6C001AC}" type="pres">
      <dgm:prSet presAssocID="{A1A3C2A7-E2D1-4608-B411-3380245F9837}" presName="level3hierChild" presStyleCnt="0"/>
      <dgm:spPr/>
    </dgm:pt>
    <dgm:pt modelId="{A01FE13E-AA3F-4481-A7BB-548C44BDB8AC}" type="pres">
      <dgm:prSet presAssocID="{982E6A27-5C7A-4C56-8D98-BD86FAB59171}" presName="conn2-1" presStyleLbl="parChTrans1D3" presStyleIdx="2" presStyleCnt="4"/>
      <dgm:spPr/>
    </dgm:pt>
    <dgm:pt modelId="{CA8908F1-9B91-47E4-8F94-905EED7C507C}" type="pres">
      <dgm:prSet presAssocID="{982E6A27-5C7A-4C56-8D98-BD86FAB59171}" presName="connTx" presStyleLbl="parChTrans1D3" presStyleIdx="2" presStyleCnt="4"/>
      <dgm:spPr/>
    </dgm:pt>
    <dgm:pt modelId="{704A5971-8F22-4A03-AF5E-DF1303700412}" type="pres">
      <dgm:prSet presAssocID="{469B0C37-825F-4DB2-8144-0A6AC1398CE7}" presName="root2" presStyleCnt="0"/>
      <dgm:spPr/>
    </dgm:pt>
    <dgm:pt modelId="{DCFC98D6-1A06-437E-9476-532D77F98BEA}" type="pres">
      <dgm:prSet presAssocID="{469B0C37-825F-4DB2-8144-0A6AC1398CE7}" presName="LevelTwoTextNode" presStyleLbl="node3" presStyleIdx="2" presStyleCnt="4">
        <dgm:presLayoutVars>
          <dgm:chPref val="3"/>
        </dgm:presLayoutVars>
      </dgm:prSet>
      <dgm:spPr/>
    </dgm:pt>
    <dgm:pt modelId="{8E6942C1-22E1-493F-9F4E-C77C86D59B92}" type="pres">
      <dgm:prSet presAssocID="{469B0C37-825F-4DB2-8144-0A6AC1398CE7}" presName="level3hierChild" presStyleCnt="0"/>
      <dgm:spPr/>
    </dgm:pt>
    <dgm:pt modelId="{06E9EA41-EB8F-49DE-9FF6-968F1E8A500C}" type="pres">
      <dgm:prSet presAssocID="{9A15C9BB-7E9E-46A8-96C0-F30D8BC36498}" presName="conn2-1" presStyleLbl="parChTrans1D4" presStyleIdx="2" presStyleCnt="10"/>
      <dgm:spPr/>
    </dgm:pt>
    <dgm:pt modelId="{607D855C-2CBA-4244-BFCA-BCE71585CC68}" type="pres">
      <dgm:prSet presAssocID="{9A15C9BB-7E9E-46A8-96C0-F30D8BC36498}" presName="connTx" presStyleLbl="parChTrans1D4" presStyleIdx="2" presStyleCnt="10"/>
      <dgm:spPr/>
    </dgm:pt>
    <dgm:pt modelId="{F068295B-20C0-4459-BE84-7D205CDBA18A}" type="pres">
      <dgm:prSet presAssocID="{D99A9E08-6FC6-45CA-97A1-7A2B0A8BFF60}" presName="root2" presStyleCnt="0"/>
      <dgm:spPr/>
    </dgm:pt>
    <dgm:pt modelId="{72004BC9-7346-4F18-8F22-E006FA32EE11}" type="pres">
      <dgm:prSet presAssocID="{D99A9E08-6FC6-45CA-97A1-7A2B0A8BFF60}" presName="LevelTwoTextNode" presStyleLbl="node4" presStyleIdx="2" presStyleCnt="10">
        <dgm:presLayoutVars>
          <dgm:chPref val="3"/>
        </dgm:presLayoutVars>
      </dgm:prSet>
      <dgm:spPr/>
    </dgm:pt>
    <dgm:pt modelId="{D2727E3A-A374-4D02-ACC7-BDE460924031}" type="pres">
      <dgm:prSet presAssocID="{D99A9E08-6FC6-45CA-97A1-7A2B0A8BFF60}" presName="level3hierChild" presStyleCnt="0"/>
      <dgm:spPr/>
    </dgm:pt>
    <dgm:pt modelId="{3903ECDD-924B-4846-BAFC-C8D3BFD2CA96}" type="pres">
      <dgm:prSet presAssocID="{C3DF2523-F16C-4B9A-B191-6DF3DC06D6E0}" presName="conn2-1" presStyleLbl="parChTrans1D4" presStyleIdx="3" presStyleCnt="10"/>
      <dgm:spPr/>
    </dgm:pt>
    <dgm:pt modelId="{FFE1FAF4-17D7-4554-BC25-2AC1AE8DAD20}" type="pres">
      <dgm:prSet presAssocID="{C3DF2523-F16C-4B9A-B191-6DF3DC06D6E0}" presName="connTx" presStyleLbl="parChTrans1D4" presStyleIdx="3" presStyleCnt="10"/>
      <dgm:spPr/>
    </dgm:pt>
    <dgm:pt modelId="{C047A230-A4F5-4E46-920D-504AA59192EE}" type="pres">
      <dgm:prSet presAssocID="{6D8768BF-D7F7-4C4A-A370-FD989E0BF8EA}" presName="root2" presStyleCnt="0"/>
      <dgm:spPr/>
    </dgm:pt>
    <dgm:pt modelId="{52869380-BC5E-4E78-BF40-6C55BE87DF7D}" type="pres">
      <dgm:prSet presAssocID="{6D8768BF-D7F7-4C4A-A370-FD989E0BF8EA}" presName="LevelTwoTextNode" presStyleLbl="node4" presStyleIdx="3" presStyleCnt="10">
        <dgm:presLayoutVars>
          <dgm:chPref val="3"/>
        </dgm:presLayoutVars>
      </dgm:prSet>
      <dgm:spPr/>
    </dgm:pt>
    <dgm:pt modelId="{EA7E710B-C839-48BC-AF77-1B87E99EAB9D}" type="pres">
      <dgm:prSet presAssocID="{6D8768BF-D7F7-4C4A-A370-FD989E0BF8EA}" presName="level3hierChild" presStyleCnt="0"/>
      <dgm:spPr/>
    </dgm:pt>
    <dgm:pt modelId="{8DBB749E-7D4F-4C22-81A3-F99A37734BE3}" type="pres">
      <dgm:prSet presAssocID="{5332678E-9B37-471F-86FC-8BCC11B38FA7}" presName="conn2-1" presStyleLbl="parChTrans1D4" presStyleIdx="4" presStyleCnt="10"/>
      <dgm:spPr/>
    </dgm:pt>
    <dgm:pt modelId="{E22D7835-06AC-45A3-953A-EC57025F750F}" type="pres">
      <dgm:prSet presAssocID="{5332678E-9B37-471F-86FC-8BCC11B38FA7}" presName="connTx" presStyleLbl="parChTrans1D4" presStyleIdx="4" presStyleCnt="10"/>
      <dgm:spPr/>
    </dgm:pt>
    <dgm:pt modelId="{2D624E69-D0F1-40B9-B4A3-02FDAC7E0311}" type="pres">
      <dgm:prSet presAssocID="{23276A23-D478-4D04-8947-B68D84D2DF1D}" presName="root2" presStyleCnt="0"/>
      <dgm:spPr/>
    </dgm:pt>
    <dgm:pt modelId="{DA3B90F0-3193-4596-AB3D-AB2691BE83CD}" type="pres">
      <dgm:prSet presAssocID="{23276A23-D478-4D04-8947-B68D84D2DF1D}" presName="LevelTwoTextNode" presStyleLbl="node4" presStyleIdx="4" presStyleCnt="10">
        <dgm:presLayoutVars>
          <dgm:chPref val="3"/>
        </dgm:presLayoutVars>
      </dgm:prSet>
      <dgm:spPr/>
    </dgm:pt>
    <dgm:pt modelId="{D1177CA0-2971-4ADF-A540-8E4651E0313E}" type="pres">
      <dgm:prSet presAssocID="{23276A23-D478-4D04-8947-B68D84D2DF1D}" presName="level3hierChild" presStyleCnt="0"/>
      <dgm:spPr/>
    </dgm:pt>
    <dgm:pt modelId="{72C4832A-306B-4E69-AF3A-EE934050A739}" type="pres">
      <dgm:prSet presAssocID="{AF1EEC24-9907-4F8A-9DCF-CC8F09B1743F}" presName="conn2-1" presStyleLbl="parChTrans1D4" presStyleIdx="5" presStyleCnt="10"/>
      <dgm:spPr/>
    </dgm:pt>
    <dgm:pt modelId="{7AEDA26D-62C6-4931-8BE7-CE5122996DB4}" type="pres">
      <dgm:prSet presAssocID="{AF1EEC24-9907-4F8A-9DCF-CC8F09B1743F}" presName="connTx" presStyleLbl="parChTrans1D4" presStyleIdx="5" presStyleCnt="10"/>
      <dgm:spPr/>
    </dgm:pt>
    <dgm:pt modelId="{F0F3729E-D91A-46A8-8C8F-641C9E6567CB}" type="pres">
      <dgm:prSet presAssocID="{A444867E-52F8-4E50-92F3-3DB4067801D2}" presName="root2" presStyleCnt="0"/>
      <dgm:spPr/>
    </dgm:pt>
    <dgm:pt modelId="{55580CC8-B39A-4753-98BF-187800DFFF90}" type="pres">
      <dgm:prSet presAssocID="{A444867E-52F8-4E50-92F3-3DB4067801D2}" presName="LevelTwoTextNode" presStyleLbl="node4" presStyleIdx="5" presStyleCnt="10">
        <dgm:presLayoutVars>
          <dgm:chPref val="3"/>
        </dgm:presLayoutVars>
      </dgm:prSet>
      <dgm:spPr/>
    </dgm:pt>
    <dgm:pt modelId="{5C06A77A-2438-405F-98E0-BE69371BB846}" type="pres">
      <dgm:prSet presAssocID="{A444867E-52F8-4E50-92F3-3DB4067801D2}" presName="level3hierChild" presStyleCnt="0"/>
      <dgm:spPr/>
    </dgm:pt>
    <dgm:pt modelId="{24B68EA4-2B9B-4C54-A467-38DE8E315F16}" type="pres">
      <dgm:prSet presAssocID="{6A6FCEC7-1DDA-43AE-B4EB-F5EFD61A0B13}" presName="conn2-1" presStyleLbl="parChTrans1D4" presStyleIdx="6" presStyleCnt="10"/>
      <dgm:spPr/>
    </dgm:pt>
    <dgm:pt modelId="{BBA3BE8F-9FA4-4079-AF37-17E68091C499}" type="pres">
      <dgm:prSet presAssocID="{6A6FCEC7-1DDA-43AE-B4EB-F5EFD61A0B13}" presName="connTx" presStyleLbl="parChTrans1D4" presStyleIdx="6" presStyleCnt="10"/>
      <dgm:spPr/>
    </dgm:pt>
    <dgm:pt modelId="{EF0DC56C-BEB0-464D-88EB-982E366E38D7}" type="pres">
      <dgm:prSet presAssocID="{33231D88-A16C-4069-8E23-05497104BC45}" presName="root2" presStyleCnt="0"/>
      <dgm:spPr/>
    </dgm:pt>
    <dgm:pt modelId="{344D6753-C026-4833-96F7-40ADBBED65BF}" type="pres">
      <dgm:prSet presAssocID="{33231D88-A16C-4069-8E23-05497104BC45}" presName="LevelTwoTextNode" presStyleLbl="node4" presStyleIdx="6" presStyleCnt="10">
        <dgm:presLayoutVars>
          <dgm:chPref val="3"/>
        </dgm:presLayoutVars>
      </dgm:prSet>
      <dgm:spPr/>
    </dgm:pt>
    <dgm:pt modelId="{B15F15F8-F27D-4002-88E6-B1C830A4D6F6}" type="pres">
      <dgm:prSet presAssocID="{33231D88-A16C-4069-8E23-05497104BC45}" presName="level3hierChild" presStyleCnt="0"/>
      <dgm:spPr/>
    </dgm:pt>
    <dgm:pt modelId="{84C88C6B-226E-4C87-A192-1D086BE5DACF}" type="pres">
      <dgm:prSet presAssocID="{64510276-80B3-440D-867B-E6AF00876DAB}" presName="conn2-1" presStyleLbl="parChTrans1D4" presStyleIdx="7" presStyleCnt="10"/>
      <dgm:spPr/>
    </dgm:pt>
    <dgm:pt modelId="{6D3C7B40-C205-45AF-A164-95AB7226FACF}" type="pres">
      <dgm:prSet presAssocID="{64510276-80B3-440D-867B-E6AF00876DAB}" presName="connTx" presStyleLbl="parChTrans1D4" presStyleIdx="7" presStyleCnt="10"/>
      <dgm:spPr/>
    </dgm:pt>
    <dgm:pt modelId="{A7F79F5A-F5A0-4C6C-96DF-4C780D21C2D9}" type="pres">
      <dgm:prSet presAssocID="{44E4B61A-753C-4016-93E0-5218C525662A}" presName="root2" presStyleCnt="0"/>
      <dgm:spPr/>
    </dgm:pt>
    <dgm:pt modelId="{AA77AACF-0230-4E1B-A04C-3802CFFEB6E6}" type="pres">
      <dgm:prSet presAssocID="{44E4B61A-753C-4016-93E0-5218C525662A}" presName="LevelTwoTextNode" presStyleLbl="node4" presStyleIdx="7" presStyleCnt="10">
        <dgm:presLayoutVars>
          <dgm:chPref val="3"/>
        </dgm:presLayoutVars>
      </dgm:prSet>
      <dgm:spPr/>
    </dgm:pt>
    <dgm:pt modelId="{042BD214-C901-41AD-928E-3991ADED6E8C}" type="pres">
      <dgm:prSet presAssocID="{44E4B61A-753C-4016-93E0-5218C525662A}" presName="level3hierChild" presStyleCnt="0"/>
      <dgm:spPr/>
    </dgm:pt>
    <dgm:pt modelId="{967B4077-AA00-41CF-AEF4-1982D473E994}" type="pres">
      <dgm:prSet presAssocID="{81F100EC-11F7-4E72-B927-B942DB688462}" presName="conn2-1" presStyleLbl="parChTrans1D4" presStyleIdx="8" presStyleCnt="10"/>
      <dgm:spPr/>
    </dgm:pt>
    <dgm:pt modelId="{262D71AB-526F-49E2-A2F4-3548693835EE}" type="pres">
      <dgm:prSet presAssocID="{81F100EC-11F7-4E72-B927-B942DB688462}" presName="connTx" presStyleLbl="parChTrans1D4" presStyleIdx="8" presStyleCnt="10"/>
      <dgm:spPr/>
    </dgm:pt>
    <dgm:pt modelId="{2D1DDE4D-F884-4C95-9527-B5E28A5EE0B8}" type="pres">
      <dgm:prSet presAssocID="{88983648-77D2-4855-B276-2B181BA831EA}" presName="root2" presStyleCnt="0"/>
      <dgm:spPr/>
    </dgm:pt>
    <dgm:pt modelId="{C7E3F329-BD1C-409E-ACB8-F7B69E1C61BF}" type="pres">
      <dgm:prSet presAssocID="{88983648-77D2-4855-B276-2B181BA831EA}" presName="LevelTwoTextNode" presStyleLbl="node4" presStyleIdx="8" presStyleCnt="10">
        <dgm:presLayoutVars>
          <dgm:chPref val="3"/>
        </dgm:presLayoutVars>
      </dgm:prSet>
      <dgm:spPr/>
    </dgm:pt>
    <dgm:pt modelId="{AF1D03FD-7EE0-4023-A29F-866916BC250E}" type="pres">
      <dgm:prSet presAssocID="{88983648-77D2-4855-B276-2B181BA831EA}" presName="level3hierChild" presStyleCnt="0"/>
      <dgm:spPr/>
    </dgm:pt>
    <dgm:pt modelId="{964B442D-5DE7-47FB-BD43-01EEC0F768AA}" type="pres">
      <dgm:prSet presAssocID="{C80BA089-7056-4B52-A1DB-6E4F091B4C75}" presName="conn2-1" presStyleLbl="parChTrans1D3" presStyleIdx="3" presStyleCnt="4"/>
      <dgm:spPr/>
    </dgm:pt>
    <dgm:pt modelId="{5950A4DA-E785-442B-A0DC-A036BE25CD53}" type="pres">
      <dgm:prSet presAssocID="{C80BA089-7056-4B52-A1DB-6E4F091B4C75}" presName="connTx" presStyleLbl="parChTrans1D3" presStyleIdx="3" presStyleCnt="4"/>
      <dgm:spPr/>
    </dgm:pt>
    <dgm:pt modelId="{A87B0403-DC34-4FCF-AA5B-C2EF06F508AD}" type="pres">
      <dgm:prSet presAssocID="{6FEE5065-DD22-433E-853F-FF05970C9C92}" presName="root2" presStyleCnt="0"/>
      <dgm:spPr/>
    </dgm:pt>
    <dgm:pt modelId="{52868F5A-61EE-4155-A3A3-06AA574D7006}" type="pres">
      <dgm:prSet presAssocID="{6FEE5065-DD22-433E-853F-FF05970C9C92}" presName="LevelTwoTextNode" presStyleLbl="node3" presStyleIdx="3" presStyleCnt="4">
        <dgm:presLayoutVars>
          <dgm:chPref val="3"/>
        </dgm:presLayoutVars>
      </dgm:prSet>
      <dgm:spPr/>
    </dgm:pt>
    <dgm:pt modelId="{2CAE3DB6-E59D-42E8-BC8B-FFED5B1CA0A4}" type="pres">
      <dgm:prSet presAssocID="{6FEE5065-DD22-433E-853F-FF05970C9C92}" presName="level3hierChild" presStyleCnt="0"/>
      <dgm:spPr/>
    </dgm:pt>
    <dgm:pt modelId="{EE5F6E9C-3201-44A1-858C-A5694EEEB478}" type="pres">
      <dgm:prSet presAssocID="{FDB5AD9E-5E51-4F86-941D-FFFE26D44714}" presName="conn2-1" presStyleLbl="parChTrans1D4" presStyleIdx="9" presStyleCnt="10"/>
      <dgm:spPr/>
    </dgm:pt>
    <dgm:pt modelId="{D5DCA4D3-4C3A-4480-A6C1-E5C6E63BBCCD}" type="pres">
      <dgm:prSet presAssocID="{FDB5AD9E-5E51-4F86-941D-FFFE26D44714}" presName="connTx" presStyleLbl="parChTrans1D4" presStyleIdx="9" presStyleCnt="10"/>
      <dgm:spPr/>
    </dgm:pt>
    <dgm:pt modelId="{9332E95D-10D9-40E5-9EB1-4B2E5E3AB742}" type="pres">
      <dgm:prSet presAssocID="{44105680-4CC1-4017-B35A-663F87C384A8}" presName="root2" presStyleCnt="0"/>
      <dgm:spPr/>
    </dgm:pt>
    <dgm:pt modelId="{07AA1121-8A5D-4292-987B-4C647D5E0497}" type="pres">
      <dgm:prSet presAssocID="{44105680-4CC1-4017-B35A-663F87C384A8}" presName="LevelTwoTextNode" presStyleLbl="node4" presStyleIdx="9" presStyleCnt="10">
        <dgm:presLayoutVars>
          <dgm:chPref val="3"/>
        </dgm:presLayoutVars>
      </dgm:prSet>
      <dgm:spPr/>
    </dgm:pt>
    <dgm:pt modelId="{5CCDD6F9-2FA6-4609-A2A9-27A9544DC803}" type="pres">
      <dgm:prSet presAssocID="{44105680-4CC1-4017-B35A-663F87C384A8}" presName="level3hierChild" presStyleCnt="0"/>
      <dgm:spPr/>
    </dgm:pt>
  </dgm:ptLst>
  <dgm:cxnLst>
    <dgm:cxn modelId="{22985602-67F3-4268-9B0A-5BA78BFCF7B5}" type="presOf" srcId="{33231D88-A16C-4069-8E23-05497104BC45}" destId="{344D6753-C026-4833-96F7-40ADBBED65BF}" srcOrd="0" destOrd="0" presId="urn:microsoft.com/office/officeart/2005/8/layout/hierarchy2"/>
    <dgm:cxn modelId="{A77BFF06-315B-4C84-B94F-0899E9CED507}" srcId="{469B0C37-825F-4DB2-8144-0A6AC1398CE7}" destId="{A444867E-52F8-4E50-92F3-3DB4067801D2}" srcOrd="1" destOrd="0" parTransId="{AF1EEC24-9907-4F8A-9DCF-CC8F09B1743F}" sibTransId="{2D3CBEFB-9ABC-4707-B357-A9665114BFD1}"/>
    <dgm:cxn modelId="{70C65F07-3997-4F73-88C9-36409CAD5364}" type="presOf" srcId="{F885FEE1-5200-40CB-9657-6BDD11CE2CA4}" destId="{D1A2EB34-2EA2-4D22-9158-1A09BEBBA85B}" srcOrd="0" destOrd="0" presId="urn:microsoft.com/office/officeart/2005/8/layout/hierarchy2"/>
    <dgm:cxn modelId="{F9C4A608-8F3C-4E81-8E90-6274C93E4191}" srcId="{A1A3C2A7-E2D1-4608-B411-3380245F9837}" destId="{6FEE5065-DD22-433E-853F-FF05970C9C92}" srcOrd="1" destOrd="0" parTransId="{C80BA089-7056-4B52-A1DB-6E4F091B4C75}" sibTransId="{D5CBEF28-ED4C-42C4-B8A3-1419202753EC}"/>
    <dgm:cxn modelId="{B979D20C-CFF6-4ACE-AD04-1B9058FA6C28}" type="presOf" srcId="{50083D64-8AD9-49F7-8760-949A6FF739E9}" destId="{4E69B7BA-328B-4607-BF71-D707542C20B7}" srcOrd="1" destOrd="0" presId="urn:microsoft.com/office/officeart/2005/8/layout/hierarchy2"/>
    <dgm:cxn modelId="{4933BF0F-E9D0-4FED-9F0B-2F5222139BE0}" srcId="{E924EF6D-D99A-4958-A87C-C18370150172}" destId="{B87D46CD-D3EF-42B2-849C-478A161029F4}" srcOrd="0" destOrd="0" parTransId="{50083D64-8AD9-49F7-8760-949A6FF739E9}" sibTransId="{3FA6167E-E434-4FF2-9051-CDE9A3C39938}"/>
    <dgm:cxn modelId="{DBAB7C13-C7E0-4A36-8252-E71C2A94EB97}" type="presOf" srcId="{11CE5581-C68D-4392-B930-64D3C011B668}" destId="{929C173D-61FE-425B-BB6A-772447D9C97F}" srcOrd="1" destOrd="0" presId="urn:microsoft.com/office/officeart/2005/8/layout/hierarchy2"/>
    <dgm:cxn modelId="{19215E15-55C5-44E8-B8B3-A327C23FDF33}" type="presOf" srcId="{F885FEE1-5200-40CB-9657-6BDD11CE2CA4}" destId="{5F6A7F05-989E-4CCA-8686-3B5DE5A40D34}" srcOrd="1" destOrd="0" presId="urn:microsoft.com/office/officeart/2005/8/layout/hierarchy2"/>
    <dgm:cxn modelId="{28815C19-E1F4-4658-9366-C67B5EB3C082}" type="presOf" srcId="{C80BA089-7056-4B52-A1DB-6E4F091B4C75}" destId="{5950A4DA-E785-442B-A0DC-A036BE25CD53}" srcOrd="1" destOrd="0" presId="urn:microsoft.com/office/officeart/2005/8/layout/hierarchy2"/>
    <dgm:cxn modelId="{E003571F-781C-42ED-8F61-B443578CE914}" type="presOf" srcId="{982E6A27-5C7A-4C56-8D98-BD86FAB59171}" destId="{A01FE13E-AA3F-4481-A7BB-548C44BDB8AC}" srcOrd="0" destOrd="0" presId="urn:microsoft.com/office/officeart/2005/8/layout/hierarchy2"/>
    <dgm:cxn modelId="{25ED7425-CD6D-4074-A324-DD1B06E3CDF4}" type="presOf" srcId="{469B0C37-825F-4DB2-8144-0A6AC1398CE7}" destId="{DCFC98D6-1A06-437E-9476-532D77F98BEA}" srcOrd="0" destOrd="0" presId="urn:microsoft.com/office/officeart/2005/8/layout/hierarchy2"/>
    <dgm:cxn modelId="{8D71B928-3E4D-40C5-AA5B-93A0CA8F1CDE}" type="presOf" srcId="{39DAA166-A300-49C7-801C-F8B0BE8DDA94}" destId="{8A68729B-9DC8-4CA8-B603-8B81A2ACDB89}" srcOrd="0" destOrd="0" presId="urn:microsoft.com/office/officeart/2005/8/layout/hierarchy2"/>
    <dgm:cxn modelId="{C8FA0629-ED34-4D63-A7EC-66C62BB70F02}" type="presOf" srcId="{3223EB8E-3EA4-497D-9382-256FEA2AF1EB}" destId="{32DD629A-D75E-4BD3-909E-334F7B9A3517}" srcOrd="0" destOrd="0" presId="urn:microsoft.com/office/officeart/2005/8/layout/hierarchy2"/>
    <dgm:cxn modelId="{0C23392E-9BAD-4E49-9068-5560D15444A9}" srcId="{9182987B-DDC5-46DF-B580-49014BB2B138}" destId="{3223EB8E-3EA4-497D-9382-256FEA2AF1EB}" srcOrd="0" destOrd="0" parTransId="{523C1F49-7904-4AE0-8952-84EF7C6DE396}" sibTransId="{5AABCB63-DE0B-4125-879A-6794CF81804C}"/>
    <dgm:cxn modelId="{AD6B842E-AFAD-4AFC-87D0-D61EF47F2985}" type="presOf" srcId="{6FEE5065-DD22-433E-853F-FF05970C9C92}" destId="{52868F5A-61EE-4155-A3A3-06AA574D7006}" srcOrd="0" destOrd="0" presId="urn:microsoft.com/office/officeart/2005/8/layout/hierarchy2"/>
    <dgm:cxn modelId="{08A6C82F-D0F3-4324-965F-E0A8BED1BD34}" srcId="{469B0C37-825F-4DB2-8144-0A6AC1398CE7}" destId="{44E4B61A-753C-4016-93E0-5218C525662A}" srcOrd="2" destOrd="0" parTransId="{64510276-80B3-440D-867B-E6AF00876DAB}" sibTransId="{C216BB0E-DECE-4D3A-9AE6-DF22B6266831}"/>
    <dgm:cxn modelId="{FE96FE33-EA65-4712-AC65-EF112B58F8C7}" type="presOf" srcId="{88983648-77D2-4855-B276-2B181BA831EA}" destId="{C7E3F329-BD1C-409E-ACB8-F7B69E1C61BF}" srcOrd="0" destOrd="0" presId="urn:microsoft.com/office/officeart/2005/8/layout/hierarchy2"/>
    <dgm:cxn modelId="{B6C30C38-19AD-4079-8150-FCA1F998BFFD}" type="presOf" srcId="{B819DA45-EBAA-4C5D-8115-D36D97CC7204}" destId="{AD5D0348-1E47-4D15-9013-90816A210420}" srcOrd="1" destOrd="0" presId="urn:microsoft.com/office/officeart/2005/8/layout/hierarchy2"/>
    <dgm:cxn modelId="{DD1DCC38-417E-47F6-8D4E-68479F5B97D1}" type="presOf" srcId="{FDB5AD9E-5E51-4F86-941D-FFFE26D44714}" destId="{EE5F6E9C-3201-44A1-858C-A5694EEEB478}" srcOrd="0" destOrd="0" presId="urn:microsoft.com/office/officeart/2005/8/layout/hierarchy2"/>
    <dgm:cxn modelId="{BF71C93F-BC30-4FE4-B04B-3E2A944727BC}" type="presOf" srcId="{5332678E-9B37-471F-86FC-8BCC11B38FA7}" destId="{8DBB749E-7D4F-4C22-81A3-F99A37734BE3}" srcOrd="0" destOrd="0" presId="urn:microsoft.com/office/officeart/2005/8/layout/hierarchy2"/>
    <dgm:cxn modelId="{9D61205C-1373-4C80-8791-80FDF338B43D}" srcId="{44E4B61A-753C-4016-93E0-5218C525662A}" destId="{88983648-77D2-4855-B276-2B181BA831EA}" srcOrd="0" destOrd="0" parTransId="{81F100EC-11F7-4E72-B927-B942DB688462}" sibTransId="{265F0BAC-94DC-4FF4-9271-93C82E980ACF}"/>
    <dgm:cxn modelId="{07C1645E-EC7A-4C08-B7AA-63E39C4D466D}" type="presOf" srcId="{2A58ED27-6AC7-4AAC-BB7D-1956AB6A034B}" destId="{4C67B6C2-6090-45A1-B09E-86B22CA61155}" srcOrd="0" destOrd="0" presId="urn:microsoft.com/office/officeart/2005/8/layout/hierarchy2"/>
    <dgm:cxn modelId="{6919C561-1ECB-49BD-9B75-369D5AD1E1D7}" type="presOf" srcId="{E924EF6D-D99A-4958-A87C-C18370150172}" destId="{E577BCA5-B278-4B25-A2F4-312D75A2CCF7}" srcOrd="0" destOrd="0" presId="urn:microsoft.com/office/officeart/2005/8/layout/hierarchy2"/>
    <dgm:cxn modelId="{F7BF0042-FD1E-4D4A-8ACF-144F151194AF}" type="presOf" srcId="{D99A9E08-6FC6-45CA-97A1-7A2B0A8BFF60}" destId="{72004BC9-7346-4F18-8F22-E006FA32EE11}" srcOrd="0" destOrd="0" presId="urn:microsoft.com/office/officeart/2005/8/layout/hierarchy2"/>
    <dgm:cxn modelId="{1DA9E262-14AF-466A-BD9D-4309280F814A}" type="presOf" srcId="{44105680-4CC1-4017-B35A-663F87C384A8}" destId="{07AA1121-8A5D-4292-987B-4C647D5E0497}" srcOrd="0" destOrd="0" presId="urn:microsoft.com/office/officeart/2005/8/layout/hierarchy2"/>
    <dgm:cxn modelId="{88276F43-04B7-402B-8F02-F3E7A613AA7B}" type="presOf" srcId="{9A15C9BB-7E9E-46A8-96C0-F30D8BC36498}" destId="{607D855C-2CBA-4244-BFCA-BCE71585CC68}" srcOrd="1" destOrd="0" presId="urn:microsoft.com/office/officeart/2005/8/layout/hierarchy2"/>
    <dgm:cxn modelId="{6E738443-E8B5-414E-9A25-12ADA32CCDDB}" type="presOf" srcId="{64510276-80B3-440D-867B-E6AF00876DAB}" destId="{84C88C6B-226E-4C87-A192-1D086BE5DACF}" srcOrd="0" destOrd="0" presId="urn:microsoft.com/office/officeart/2005/8/layout/hierarchy2"/>
    <dgm:cxn modelId="{4E0F3648-6354-4052-BFFB-85774D274F55}" srcId="{D99A9E08-6FC6-45CA-97A1-7A2B0A8BFF60}" destId="{23276A23-D478-4D04-8947-B68D84D2DF1D}" srcOrd="1" destOrd="0" parTransId="{5332678E-9B37-471F-86FC-8BCC11B38FA7}" sibTransId="{18E888B8-661C-44EB-A036-C178428EE6A8}"/>
    <dgm:cxn modelId="{59429548-3256-4DB2-915F-EAC87A2C5808}" type="presOf" srcId="{DB36A47B-5169-44AC-A110-8FC2D0DA4E6C}" destId="{6D2290F4-0410-49E3-8522-79112785819C}" srcOrd="0" destOrd="0" presId="urn:microsoft.com/office/officeart/2005/8/layout/hierarchy2"/>
    <dgm:cxn modelId="{6FA72C4A-96EA-4A28-A689-CF470E7D26BF}" type="presOf" srcId="{C80BA089-7056-4B52-A1DB-6E4F091B4C75}" destId="{964B442D-5DE7-47FB-BD43-01EEC0F768AA}" srcOrd="0" destOrd="0" presId="urn:microsoft.com/office/officeart/2005/8/layout/hierarchy2"/>
    <dgm:cxn modelId="{1AC8BE4A-CED4-4563-AA39-42A58F186114}" type="presOf" srcId="{982E6A27-5C7A-4C56-8D98-BD86FAB59171}" destId="{CA8908F1-9B91-47E4-8F94-905EED7C507C}" srcOrd="1" destOrd="0" presId="urn:microsoft.com/office/officeart/2005/8/layout/hierarchy2"/>
    <dgm:cxn modelId="{95EB084C-F05B-4B24-BAD8-74106C1FF717}" type="presOf" srcId="{A1A3C2A7-E2D1-4608-B411-3380245F9837}" destId="{83FB8BA1-E97D-46AE-9838-C1667B4F78ED}" srcOrd="0" destOrd="0" presId="urn:microsoft.com/office/officeart/2005/8/layout/hierarchy2"/>
    <dgm:cxn modelId="{482F3D6F-F126-499B-969A-BB5E49391696}" type="presOf" srcId="{64510276-80B3-440D-867B-E6AF00876DAB}" destId="{6D3C7B40-C205-45AF-A164-95AB7226FACF}" srcOrd="1" destOrd="0" presId="urn:microsoft.com/office/officeart/2005/8/layout/hierarchy2"/>
    <dgm:cxn modelId="{4C52914F-8F60-4FF4-96D4-7B00364D9222}" type="presOf" srcId="{9182987B-DDC5-46DF-B580-49014BB2B138}" destId="{ACE4DC10-4DA5-48F6-B507-A77BE26979CC}" srcOrd="0" destOrd="0" presId="urn:microsoft.com/office/officeart/2005/8/layout/hierarchy2"/>
    <dgm:cxn modelId="{C249C154-C6D5-41DD-AD34-C4E99DB9ABFC}" srcId="{6FEE5065-DD22-433E-853F-FF05970C9C92}" destId="{44105680-4CC1-4017-B35A-663F87C384A8}" srcOrd="0" destOrd="0" parTransId="{FDB5AD9E-5E51-4F86-941D-FFFE26D44714}" sibTransId="{B2BCCFDA-EF21-415A-B556-883EEE758807}"/>
    <dgm:cxn modelId="{EB450456-CA4A-43CA-99E8-7A8E6C5A778F}" srcId="{9182987B-DDC5-46DF-B580-49014BB2B138}" destId="{A1A3C2A7-E2D1-4608-B411-3380245F9837}" srcOrd="1" destOrd="0" parTransId="{11CE5581-C68D-4392-B930-64D3C011B668}" sibTransId="{734AB054-B3CC-4567-B68C-4DEF66608817}"/>
    <dgm:cxn modelId="{C868DD76-341E-43EE-9E3A-EA5A6CAA5887}" type="presOf" srcId="{FD6A7C43-8DBA-4538-AF8C-D937982A519D}" destId="{B1A2EBF0-DDC2-4DD4-8714-B2322AFE7B66}" srcOrd="0" destOrd="0" presId="urn:microsoft.com/office/officeart/2005/8/layout/hierarchy2"/>
    <dgm:cxn modelId="{4A785B57-81B9-41A0-89C2-90C0B24E273A}" type="presOf" srcId="{FDB5AD9E-5E51-4F86-941D-FFFE26D44714}" destId="{D5DCA4D3-4C3A-4480-A6C1-E5C6E63BBCCD}" srcOrd="1" destOrd="0" presId="urn:microsoft.com/office/officeart/2005/8/layout/hierarchy2"/>
    <dgm:cxn modelId="{CEE94457-C2EE-41C3-B3BA-EFB5E10B1365}" type="presOf" srcId="{AF1EEC24-9907-4F8A-9DCF-CC8F09B1743F}" destId="{72C4832A-306B-4E69-AF3A-EE934050A739}" srcOrd="0" destOrd="0" presId="urn:microsoft.com/office/officeart/2005/8/layout/hierarchy2"/>
    <dgm:cxn modelId="{9124EA7A-0E5A-4CCD-B1E8-A0EEE4EC5DC0}" type="presOf" srcId="{6A6FCEC7-1DDA-43AE-B4EB-F5EFD61A0B13}" destId="{24B68EA4-2B9B-4C54-A467-38DE8E315F16}" srcOrd="0" destOrd="0" presId="urn:microsoft.com/office/officeart/2005/8/layout/hierarchy2"/>
    <dgm:cxn modelId="{50773C7B-86C3-4D3D-888C-D4AC820ACD51}" srcId="{E924EF6D-D99A-4958-A87C-C18370150172}" destId="{FD6A7C43-8DBA-4538-AF8C-D937982A519D}" srcOrd="1" destOrd="0" parTransId="{F885FEE1-5200-40CB-9657-6BDD11CE2CA4}" sibTransId="{BFAB6FCD-E5C5-450E-AA3F-76785D5A804A}"/>
    <dgm:cxn modelId="{0C67A37F-8487-4C6B-A2BF-FA38CB3AC46A}" type="presOf" srcId="{523C1F49-7904-4AE0-8952-84EF7C6DE396}" destId="{A2B2AB70-5C89-47FA-8410-6525D7B8A82F}" srcOrd="1" destOrd="0" presId="urn:microsoft.com/office/officeart/2005/8/layout/hierarchy2"/>
    <dgm:cxn modelId="{0F78BF85-F7B2-448C-AE52-A123EEF3ED06}" srcId="{469B0C37-825F-4DB2-8144-0A6AC1398CE7}" destId="{D99A9E08-6FC6-45CA-97A1-7A2B0A8BFF60}" srcOrd="0" destOrd="0" parTransId="{9A15C9BB-7E9E-46A8-96C0-F30D8BC36498}" sibTransId="{DFE12F57-4A5A-4BF8-80C8-D3064BB8DBAE}"/>
    <dgm:cxn modelId="{CE427586-26F1-4169-B338-A4A7C5FB91E8}" type="presOf" srcId="{B819DA45-EBAA-4C5D-8115-D36D97CC7204}" destId="{CCA0A3DB-B3A6-462F-9566-FE8D8CBBBF49}" srcOrd="0" destOrd="0" presId="urn:microsoft.com/office/officeart/2005/8/layout/hierarchy2"/>
    <dgm:cxn modelId="{58B23D87-C44D-4113-A67E-180923CBB6C7}" srcId="{3223EB8E-3EA4-497D-9382-256FEA2AF1EB}" destId="{E924EF6D-D99A-4958-A87C-C18370150172}" srcOrd="1" destOrd="0" parTransId="{DB36A47B-5169-44AC-A110-8FC2D0DA4E6C}" sibTransId="{1CB4CAFB-0A5F-4105-86BD-0413F20226D2}"/>
    <dgm:cxn modelId="{40747C8B-A392-4A74-ACFA-3F135D08025B}" type="presOf" srcId="{523C1F49-7904-4AE0-8952-84EF7C6DE396}" destId="{F4C7A10F-E807-475F-BFD9-053E44A2DD75}" srcOrd="0" destOrd="0" presId="urn:microsoft.com/office/officeart/2005/8/layout/hierarchy2"/>
    <dgm:cxn modelId="{868B7A8F-9892-4C64-A8C9-74DD4D267DAF}" type="presOf" srcId="{50083D64-8AD9-49F7-8760-949A6FF739E9}" destId="{E064D0A6-7B4D-4708-BA9A-8579701E3A60}" srcOrd="0" destOrd="0" presId="urn:microsoft.com/office/officeart/2005/8/layout/hierarchy2"/>
    <dgm:cxn modelId="{7A1BDE95-A9A8-4F84-81C2-9217B7DD3E64}" type="presOf" srcId="{C3DF2523-F16C-4B9A-B191-6DF3DC06D6E0}" destId="{3903ECDD-924B-4846-BAFC-C8D3BFD2CA96}" srcOrd="0" destOrd="0" presId="urn:microsoft.com/office/officeart/2005/8/layout/hierarchy2"/>
    <dgm:cxn modelId="{0CB13798-49AA-4778-9E79-1ABB8B9578E5}" srcId="{3223EB8E-3EA4-497D-9382-256FEA2AF1EB}" destId="{39DAA166-A300-49C7-801C-F8B0BE8DDA94}" srcOrd="0" destOrd="0" parTransId="{B819DA45-EBAA-4C5D-8115-D36D97CC7204}" sibTransId="{900D7C02-50BF-4A2E-98AC-3F810717B637}"/>
    <dgm:cxn modelId="{3815DA9B-DCA9-4CA2-9B33-153E41E7A6B7}" type="presOf" srcId="{6A6FCEC7-1DDA-43AE-B4EB-F5EFD61A0B13}" destId="{BBA3BE8F-9FA4-4079-AF37-17E68091C499}" srcOrd="1" destOrd="0" presId="urn:microsoft.com/office/officeart/2005/8/layout/hierarchy2"/>
    <dgm:cxn modelId="{E341099F-F863-4714-B344-AD444EB4AE93}" srcId="{A444867E-52F8-4E50-92F3-3DB4067801D2}" destId="{33231D88-A16C-4069-8E23-05497104BC45}" srcOrd="0" destOrd="0" parTransId="{6A6FCEC7-1DDA-43AE-B4EB-F5EFD61A0B13}" sibTransId="{DA555F63-4D27-4DBB-B4CD-1100176D6B4F}"/>
    <dgm:cxn modelId="{14B188A0-7EC2-415A-BDE7-147CE3687744}" type="presOf" srcId="{44E4B61A-753C-4016-93E0-5218C525662A}" destId="{AA77AACF-0230-4E1B-A04C-3802CFFEB6E6}" srcOrd="0" destOrd="0" presId="urn:microsoft.com/office/officeart/2005/8/layout/hierarchy2"/>
    <dgm:cxn modelId="{48AAEDA2-3AB5-4BD5-9BB1-B2C5CA5ECB15}" type="presOf" srcId="{DB36A47B-5169-44AC-A110-8FC2D0DA4E6C}" destId="{4217967C-2D55-4CA1-9B60-3EB1252436E2}" srcOrd="1" destOrd="0" presId="urn:microsoft.com/office/officeart/2005/8/layout/hierarchy2"/>
    <dgm:cxn modelId="{CD20AAB6-92BC-4027-9885-E28F76EE7289}" type="presOf" srcId="{11CE5581-C68D-4392-B930-64D3C011B668}" destId="{77D16E2A-11C5-45C9-811A-53FB5B0D9F9B}" srcOrd="0" destOrd="0" presId="urn:microsoft.com/office/officeart/2005/8/layout/hierarchy2"/>
    <dgm:cxn modelId="{FB63C3B7-82A1-4134-BE5E-B77733617926}" type="presOf" srcId="{A444867E-52F8-4E50-92F3-3DB4067801D2}" destId="{55580CC8-B39A-4753-98BF-187800DFFF90}" srcOrd="0" destOrd="0" presId="urn:microsoft.com/office/officeart/2005/8/layout/hierarchy2"/>
    <dgm:cxn modelId="{81DE40BB-A320-4B02-9E12-D0935E3F57B5}" srcId="{D99A9E08-6FC6-45CA-97A1-7A2B0A8BFF60}" destId="{6D8768BF-D7F7-4C4A-A370-FD989E0BF8EA}" srcOrd="0" destOrd="0" parTransId="{C3DF2523-F16C-4B9A-B191-6DF3DC06D6E0}" sibTransId="{FA27A8C7-0A40-4AC5-A4E9-D215A0EEFF93}"/>
    <dgm:cxn modelId="{4D6D0FBC-55F9-4102-AC81-D37DD4268A32}" type="presOf" srcId="{81F100EC-11F7-4E72-B927-B942DB688462}" destId="{967B4077-AA00-41CF-AEF4-1982D473E994}" srcOrd="0" destOrd="0" presId="urn:microsoft.com/office/officeart/2005/8/layout/hierarchy2"/>
    <dgm:cxn modelId="{008F6FBE-E731-4262-A216-2A3377F8BDD2}" type="presOf" srcId="{C3DF2523-F16C-4B9A-B191-6DF3DC06D6E0}" destId="{FFE1FAF4-17D7-4554-BC25-2AC1AE8DAD20}" srcOrd="1" destOrd="0" presId="urn:microsoft.com/office/officeart/2005/8/layout/hierarchy2"/>
    <dgm:cxn modelId="{90B8A5C1-BABA-4DA1-BF98-2291A8B9380F}" srcId="{A1A3C2A7-E2D1-4608-B411-3380245F9837}" destId="{469B0C37-825F-4DB2-8144-0A6AC1398CE7}" srcOrd="0" destOrd="0" parTransId="{982E6A27-5C7A-4C56-8D98-BD86FAB59171}" sibTransId="{1948E0ED-2D03-4FF2-AFD2-AD77C2B50155}"/>
    <dgm:cxn modelId="{71FD53C3-BBC9-4257-A5E0-08AD66481938}" type="presOf" srcId="{23276A23-D478-4D04-8947-B68D84D2DF1D}" destId="{DA3B90F0-3193-4596-AB3D-AB2691BE83CD}" srcOrd="0" destOrd="0" presId="urn:microsoft.com/office/officeart/2005/8/layout/hierarchy2"/>
    <dgm:cxn modelId="{70A0F8C3-C095-4911-B828-76436788ED82}" type="presOf" srcId="{81F100EC-11F7-4E72-B927-B942DB688462}" destId="{262D71AB-526F-49E2-A2F4-3548693835EE}" srcOrd="1" destOrd="0" presId="urn:microsoft.com/office/officeart/2005/8/layout/hierarchy2"/>
    <dgm:cxn modelId="{136B1DCB-6E61-4765-8D3C-EC19F693A9A6}" srcId="{2A58ED27-6AC7-4AAC-BB7D-1956AB6A034B}" destId="{9182987B-DDC5-46DF-B580-49014BB2B138}" srcOrd="0" destOrd="0" parTransId="{CEB8F245-096E-4595-81A2-03BE0B441648}" sibTransId="{FADBA67B-D104-4564-BCE9-36552C697FC4}"/>
    <dgm:cxn modelId="{D04B2AD2-575A-46B4-8265-F4ADE6276000}" type="presOf" srcId="{9A15C9BB-7E9E-46A8-96C0-F30D8BC36498}" destId="{06E9EA41-EB8F-49DE-9FF6-968F1E8A500C}" srcOrd="0" destOrd="0" presId="urn:microsoft.com/office/officeart/2005/8/layout/hierarchy2"/>
    <dgm:cxn modelId="{6D3925E2-F935-4122-846B-A7AA1D498B93}" type="presOf" srcId="{5332678E-9B37-471F-86FC-8BCC11B38FA7}" destId="{E22D7835-06AC-45A3-953A-EC57025F750F}" srcOrd="1" destOrd="0" presId="urn:microsoft.com/office/officeart/2005/8/layout/hierarchy2"/>
    <dgm:cxn modelId="{9F122EE9-B0EF-401D-9FF1-53ECB9199E43}" type="presOf" srcId="{AF1EEC24-9907-4F8A-9DCF-CC8F09B1743F}" destId="{7AEDA26D-62C6-4931-8BE7-CE5122996DB4}" srcOrd="1" destOrd="0" presId="urn:microsoft.com/office/officeart/2005/8/layout/hierarchy2"/>
    <dgm:cxn modelId="{39D794F5-6850-4C02-AEA1-3A3D72209992}" type="presOf" srcId="{B87D46CD-D3EF-42B2-849C-478A161029F4}" destId="{68E3B375-1D8E-4F38-84A1-A635F40CB639}" srcOrd="0" destOrd="0" presId="urn:microsoft.com/office/officeart/2005/8/layout/hierarchy2"/>
    <dgm:cxn modelId="{1EB923FC-95CD-4BC6-8E9F-17F007F6FB88}" type="presOf" srcId="{6D8768BF-D7F7-4C4A-A370-FD989E0BF8EA}" destId="{52869380-BC5E-4E78-BF40-6C55BE87DF7D}" srcOrd="0" destOrd="0" presId="urn:microsoft.com/office/officeart/2005/8/layout/hierarchy2"/>
    <dgm:cxn modelId="{05AC50D5-C24B-4884-B7BD-BDD5B7768956}" type="presParOf" srcId="{4C67B6C2-6090-45A1-B09E-86B22CA61155}" destId="{A6E3E416-797A-4F5B-8D69-FA580172CE87}" srcOrd="0" destOrd="0" presId="urn:microsoft.com/office/officeart/2005/8/layout/hierarchy2"/>
    <dgm:cxn modelId="{FD0E7D3B-97BD-40D8-B60C-8FDB7357DA93}" type="presParOf" srcId="{A6E3E416-797A-4F5B-8D69-FA580172CE87}" destId="{ACE4DC10-4DA5-48F6-B507-A77BE26979CC}" srcOrd="0" destOrd="0" presId="urn:microsoft.com/office/officeart/2005/8/layout/hierarchy2"/>
    <dgm:cxn modelId="{F6E46829-F059-4102-AC8A-95C8688D26B7}" type="presParOf" srcId="{A6E3E416-797A-4F5B-8D69-FA580172CE87}" destId="{A9A3958B-2926-40AD-BA56-30871C3343AE}" srcOrd="1" destOrd="0" presId="urn:microsoft.com/office/officeart/2005/8/layout/hierarchy2"/>
    <dgm:cxn modelId="{78A11402-F660-440D-8775-813D20A6FA4C}" type="presParOf" srcId="{A9A3958B-2926-40AD-BA56-30871C3343AE}" destId="{F4C7A10F-E807-475F-BFD9-053E44A2DD75}" srcOrd="0" destOrd="0" presId="urn:microsoft.com/office/officeart/2005/8/layout/hierarchy2"/>
    <dgm:cxn modelId="{A0A4C316-CBD2-4B96-8AE5-71CC0AA222C9}" type="presParOf" srcId="{F4C7A10F-E807-475F-BFD9-053E44A2DD75}" destId="{A2B2AB70-5C89-47FA-8410-6525D7B8A82F}" srcOrd="0" destOrd="0" presId="urn:microsoft.com/office/officeart/2005/8/layout/hierarchy2"/>
    <dgm:cxn modelId="{54ADC25D-F169-4E68-A7BC-33555B2D3565}" type="presParOf" srcId="{A9A3958B-2926-40AD-BA56-30871C3343AE}" destId="{DAC30C51-4A39-4151-ACB8-E0CBB0A68B3B}" srcOrd="1" destOrd="0" presId="urn:microsoft.com/office/officeart/2005/8/layout/hierarchy2"/>
    <dgm:cxn modelId="{C6047E92-B881-44D6-B6AC-4EC259C31866}" type="presParOf" srcId="{DAC30C51-4A39-4151-ACB8-E0CBB0A68B3B}" destId="{32DD629A-D75E-4BD3-909E-334F7B9A3517}" srcOrd="0" destOrd="0" presId="urn:microsoft.com/office/officeart/2005/8/layout/hierarchy2"/>
    <dgm:cxn modelId="{882192A6-6F84-4C77-94F4-CB98CDB0AE52}" type="presParOf" srcId="{DAC30C51-4A39-4151-ACB8-E0CBB0A68B3B}" destId="{7E844F52-D95D-475D-8EC9-E6088AFF9987}" srcOrd="1" destOrd="0" presId="urn:microsoft.com/office/officeart/2005/8/layout/hierarchy2"/>
    <dgm:cxn modelId="{95A9399C-96C8-47D4-B23D-C6530BFC9B39}" type="presParOf" srcId="{7E844F52-D95D-475D-8EC9-E6088AFF9987}" destId="{CCA0A3DB-B3A6-462F-9566-FE8D8CBBBF49}" srcOrd="0" destOrd="0" presId="urn:microsoft.com/office/officeart/2005/8/layout/hierarchy2"/>
    <dgm:cxn modelId="{B60F583C-0AFC-4501-93B0-1A7CA3C09CE8}" type="presParOf" srcId="{CCA0A3DB-B3A6-462F-9566-FE8D8CBBBF49}" destId="{AD5D0348-1E47-4D15-9013-90816A210420}" srcOrd="0" destOrd="0" presId="urn:microsoft.com/office/officeart/2005/8/layout/hierarchy2"/>
    <dgm:cxn modelId="{EF885A2F-4627-46D6-A739-CFBD29C3CF89}" type="presParOf" srcId="{7E844F52-D95D-475D-8EC9-E6088AFF9987}" destId="{FFAF961C-9609-4631-91F3-2626AA716248}" srcOrd="1" destOrd="0" presId="urn:microsoft.com/office/officeart/2005/8/layout/hierarchy2"/>
    <dgm:cxn modelId="{9CC33B0E-B1FA-4B8A-8EB8-DE92AE66E3C2}" type="presParOf" srcId="{FFAF961C-9609-4631-91F3-2626AA716248}" destId="{8A68729B-9DC8-4CA8-B603-8B81A2ACDB89}" srcOrd="0" destOrd="0" presId="urn:microsoft.com/office/officeart/2005/8/layout/hierarchy2"/>
    <dgm:cxn modelId="{A76F8C28-BB90-4A7B-9F0D-5A93EC577B06}" type="presParOf" srcId="{FFAF961C-9609-4631-91F3-2626AA716248}" destId="{19FC7854-216B-4CCE-BF11-60C5997D8EE6}" srcOrd="1" destOrd="0" presId="urn:microsoft.com/office/officeart/2005/8/layout/hierarchy2"/>
    <dgm:cxn modelId="{579032D4-1BBF-4D20-88FA-E1D01C5224CE}" type="presParOf" srcId="{7E844F52-D95D-475D-8EC9-E6088AFF9987}" destId="{6D2290F4-0410-49E3-8522-79112785819C}" srcOrd="2" destOrd="0" presId="urn:microsoft.com/office/officeart/2005/8/layout/hierarchy2"/>
    <dgm:cxn modelId="{D41ACA6A-AB07-4E4B-AAD8-D06EE4F19322}" type="presParOf" srcId="{6D2290F4-0410-49E3-8522-79112785819C}" destId="{4217967C-2D55-4CA1-9B60-3EB1252436E2}" srcOrd="0" destOrd="0" presId="urn:microsoft.com/office/officeart/2005/8/layout/hierarchy2"/>
    <dgm:cxn modelId="{EBD645DE-A45B-4124-8515-0D97DEF0B103}" type="presParOf" srcId="{7E844F52-D95D-475D-8EC9-E6088AFF9987}" destId="{FDBA5CD5-F31B-4C83-BC61-468CBD7BEBE8}" srcOrd="3" destOrd="0" presId="urn:microsoft.com/office/officeart/2005/8/layout/hierarchy2"/>
    <dgm:cxn modelId="{FE3F3217-145B-49B3-86BB-0A05E280FBAE}" type="presParOf" srcId="{FDBA5CD5-F31B-4C83-BC61-468CBD7BEBE8}" destId="{E577BCA5-B278-4B25-A2F4-312D75A2CCF7}" srcOrd="0" destOrd="0" presId="urn:microsoft.com/office/officeart/2005/8/layout/hierarchy2"/>
    <dgm:cxn modelId="{29627371-A532-458C-91F3-A46D7D053220}" type="presParOf" srcId="{FDBA5CD5-F31B-4C83-BC61-468CBD7BEBE8}" destId="{21FB21EC-BB19-4354-B3E3-7C1B56CA2D4D}" srcOrd="1" destOrd="0" presId="urn:microsoft.com/office/officeart/2005/8/layout/hierarchy2"/>
    <dgm:cxn modelId="{D28759BB-03AE-48FA-9EAD-E258E4F66FC1}" type="presParOf" srcId="{21FB21EC-BB19-4354-B3E3-7C1B56CA2D4D}" destId="{E064D0A6-7B4D-4708-BA9A-8579701E3A60}" srcOrd="0" destOrd="0" presId="urn:microsoft.com/office/officeart/2005/8/layout/hierarchy2"/>
    <dgm:cxn modelId="{94AE4471-264C-4E00-A73C-D175AAE6C72A}" type="presParOf" srcId="{E064D0A6-7B4D-4708-BA9A-8579701E3A60}" destId="{4E69B7BA-328B-4607-BF71-D707542C20B7}" srcOrd="0" destOrd="0" presId="urn:microsoft.com/office/officeart/2005/8/layout/hierarchy2"/>
    <dgm:cxn modelId="{876C3C02-41CE-406A-91D9-D684BA5C5A4D}" type="presParOf" srcId="{21FB21EC-BB19-4354-B3E3-7C1B56CA2D4D}" destId="{76B4FD0D-87EA-495C-9390-1B4331C66522}" srcOrd="1" destOrd="0" presId="urn:microsoft.com/office/officeart/2005/8/layout/hierarchy2"/>
    <dgm:cxn modelId="{DE840406-444C-411F-B23C-DCCF63D5C5A8}" type="presParOf" srcId="{76B4FD0D-87EA-495C-9390-1B4331C66522}" destId="{68E3B375-1D8E-4F38-84A1-A635F40CB639}" srcOrd="0" destOrd="0" presId="urn:microsoft.com/office/officeart/2005/8/layout/hierarchy2"/>
    <dgm:cxn modelId="{50407345-48BF-430F-84AC-C708B03C7B92}" type="presParOf" srcId="{76B4FD0D-87EA-495C-9390-1B4331C66522}" destId="{AB642F8A-114C-4155-B127-782621B87641}" srcOrd="1" destOrd="0" presId="urn:microsoft.com/office/officeart/2005/8/layout/hierarchy2"/>
    <dgm:cxn modelId="{4BD4F35F-145D-4970-968C-A1DB80FA251C}" type="presParOf" srcId="{21FB21EC-BB19-4354-B3E3-7C1B56CA2D4D}" destId="{D1A2EB34-2EA2-4D22-9158-1A09BEBBA85B}" srcOrd="2" destOrd="0" presId="urn:microsoft.com/office/officeart/2005/8/layout/hierarchy2"/>
    <dgm:cxn modelId="{4D2A2140-51F9-4EAA-95B0-B9668A76E021}" type="presParOf" srcId="{D1A2EB34-2EA2-4D22-9158-1A09BEBBA85B}" destId="{5F6A7F05-989E-4CCA-8686-3B5DE5A40D34}" srcOrd="0" destOrd="0" presId="urn:microsoft.com/office/officeart/2005/8/layout/hierarchy2"/>
    <dgm:cxn modelId="{B69CBCF4-91C9-4173-AF52-FEE32431878C}" type="presParOf" srcId="{21FB21EC-BB19-4354-B3E3-7C1B56CA2D4D}" destId="{7C734610-6E52-40AB-8523-94A63C9509DA}" srcOrd="3" destOrd="0" presId="urn:microsoft.com/office/officeart/2005/8/layout/hierarchy2"/>
    <dgm:cxn modelId="{360C08C2-6A1D-4E59-AEE2-6B753DA5AA84}" type="presParOf" srcId="{7C734610-6E52-40AB-8523-94A63C9509DA}" destId="{B1A2EBF0-DDC2-4DD4-8714-B2322AFE7B66}" srcOrd="0" destOrd="0" presId="urn:microsoft.com/office/officeart/2005/8/layout/hierarchy2"/>
    <dgm:cxn modelId="{791A1A05-CBE5-4A18-8D8E-2EC2AFFA47FC}" type="presParOf" srcId="{7C734610-6E52-40AB-8523-94A63C9509DA}" destId="{FADA4E22-9A3D-423C-A0EE-CF944CBAA0E7}" srcOrd="1" destOrd="0" presId="urn:microsoft.com/office/officeart/2005/8/layout/hierarchy2"/>
    <dgm:cxn modelId="{79E7E2C2-0D35-47E3-94F5-D4B6C2F948D6}" type="presParOf" srcId="{A9A3958B-2926-40AD-BA56-30871C3343AE}" destId="{77D16E2A-11C5-45C9-811A-53FB5B0D9F9B}" srcOrd="2" destOrd="0" presId="urn:microsoft.com/office/officeart/2005/8/layout/hierarchy2"/>
    <dgm:cxn modelId="{6DA0F4A8-F5AF-4B1B-8329-9266FED5ECA0}" type="presParOf" srcId="{77D16E2A-11C5-45C9-811A-53FB5B0D9F9B}" destId="{929C173D-61FE-425B-BB6A-772447D9C97F}" srcOrd="0" destOrd="0" presId="urn:microsoft.com/office/officeart/2005/8/layout/hierarchy2"/>
    <dgm:cxn modelId="{F49B822D-2BAB-4937-9276-84336C829640}" type="presParOf" srcId="{A9A3958B-2926-40AD-BA56-30871C3343AE}" destId="{AC915824-C7D8-4833-9265-D4A952303839}" srcOrd="3" destOrd="0" presId="urn:microsoft.com/office/officeart/2005/8/layout/hierarchy2"/>
    <dgm:cxn modelId="{8EC40C01-07FA-4EFF-9766-EBC7E2774EA9}" type="presParOf" srcId="{AC915824-C7D8-4833-9265-D4A952303839}" destId="{83FB8BA1-E97D-46AE-9838-C1667B4F78ED}" srcOrd="0" destOrd="0" presId="urn:microsoft.com/office/officeart/2005/8/layout/hierarchy2"/>
    <dgm:cxn modelId="{783858C3-5698-441B-BFCA-EEF782469867}" type="presParOf" srcId="{AC915824-C7D8-4833-9265-D4A952303839}" destId="{48078A60-A91E-49A8-8567-13C3B6C001AC}" srcOrd="1" destOrd="0" presId="urn:microsoft.com/office/officeart/2005/8/layout/hierarchy2"/>
    <dgm:cxn modelId="{807146FD-7ADF-4408-ACF9-AF8C9D17808B}" type="presParOf" srcId="{48078A60-A91E-49A8-8567-13C3B6C001AC}" destId="{A01FE13E-AA3F-4481-A7BB-548C44BDB8AC}" srcOrd="0" destOrd="0" presId="urn:microsoft.com/office/officeart/2005/8/layout/hierarchy2"/>
    <dgm:cxn modelId="{FBDAB7A3-E821-4FCB-A218-9BFB558CC8C7}" type="presParOf" srcId="{A01FE13E-AA3F-4481-A7BB-548C44BDB8AC}" destId="{CA8908F1-9B91-47E4-8F94-905EED7C507C}" srcOrd="0" destOrd="0" presId="urn:microsoft.com/office/officeart/2005/8/layout/hierarchy2"/>
    <dgm:cxn modelId="{538DC824-6375-461E-9A04-0EC9714EC719}" type="presParOf" srcId="{48078A60-A91E-49A8-8567-13C3B6C001AC}" destId="{704A5971-8F22-4A03-AF5E-DF1303700412}" srcOrd="1" destOrd="0" presId="urn:microsoft.com/office/officeart/2005/8/layout/hierarchy2"/>
    <dgm:cxn modelId="{C893BFEE-CF0E-4293-B49B-874BDEF8EDD3}" type="presParOf" srcId="{704A5971-8F22-4A03-AF5E-DF1303700412}" destId="{DCFC98D6-1A06-437E-9476-532D77F98BEA}" srcOrd="0" destOrd="0" presId="urn:microsoft.com/office/officeart/2005/8/layout/hierarchy2"/>
    <dgm:cxn modelId="{6850C707-34FB-4614-9CDB-A41F3E21E493}" type="presParOf" srcId="{704A5971-8F22-4A03-AF5E-DF1303700412}" destId="{8E6942C1-22E1-493F-9F4E-C77C86D59B92}" srcOrd="1" destOrd="0" presId="urn:microsoft.com/office/officeart/2005/8/layout/hierarchy2"/>
    <dgm:cxn modelId="{9A58770D-99A9-4248-AAD6-85CD192D9093}" type="presParOf" srcId="{8E6942C1-22E1-493F-9F4E-C77C86D59B92}" destId="{06E9EA41-EB8F-49DE-9FF6-968F1E8A500C}" srcOrd="0" destOrd="0" presId="urn:microsoft.com/office/officeart/2005/8/layout/hierarchy2"/>
    <dgm:cxn modelId="{394F9C3A-0635-45BC-9F5C-3A26643232DD}" type="presParOf" srcId="{06E9EA41-EB8F-49DE-9FF6-968F1E8A500C}" destId="{607D855C-2CBA-4244-BFCA-BCE71585CC68}" srcOrd="0" destOrd="0" presId="urn:microsoft.com/office/officeart/2005/8/layout/hierarchy2"/>
    <dgm:cxn modelId="{165A3CE6-8B8A-47AA-8C5F-666D3760692C}" type="presParOf" srcId="{8E6942C1-22E1-493F-9F4E-C77C86D59B92}" destId="{F068295B-20C0-4459-BE84-7D205CDBA18A}" srcOrd="1" destOrd="0" presId="urn:microsoft.com/office/officeart/2005/8/layout/hierarchy2"/>
    <dgm:cxn modelId="{D3AECF16-B4BC-4509-9C23-3C1C36C12097}" type="presParOf" srcId="{F068295B-20C0-4459-BE84-7D205CDBA18A}" destId="{72004BC9-7346-4F18-8F22-E006FA32EE11}" srcOrd="0" destOrd="0" presId="urn:microsoft.com/office/officeart/2005/8/layout/hierarchy2"/>
    <dgm:cxn modelId="{9E2BC575-712D-4748-A86B-484291018C44}" type="presParOf" srcId="{F068295B-20C0-4459-BE84-7D205CDBA18A}" destId="{D2727E3A-A374-4D02-ACC7-BDE460924031}" srcOrd="1" destOrd="0" presId="urn:microsoft.com/office/officeart/2005/8/layout/hierarchy2"/>
    <dgm:cxn modelId="{2411F781-ED43-4722-B1A1-F07CA81031CB}" type="presParOf" srcId="{D2727E3A-A374-4D02-ACC7-BDE460924031}" destId="{3903ECDD-924B-4846-BAFC-C8D3BFD2CA96}" srcOrd="0" destOrd="0" presId="urn:microsoft.com/office/officeart/2005/8/layout/hierarchy2"/>
    <dgm:cxn modelId="{72D11353-F8FD-4E96-BFE7-9A67E7C87F41}" type="presParOf" srcId="{3903ECDD-924B-4846-BAFC-C8D3BFD2CA96}" destId="{FFE1FAF4-17D7-4554-BC25-2AC1AE8DAD20}" srcOrd="0" destOrd="0" presId="urn:microsoft.com/office/officeart/2005/8/layout/hierarchy2"/>
    <dgm:cxn modelId="{3454B33A-2142-417E-A7D2-70FEDA5FA6F7}" type="presParOf" srcId="{D2727E3A-A374-4D02-ACC7-BDE460924031}" destId="{C047A230-A4F5-4E46-920D-504AA59192EE}" srcOrd="1" destOrd="0" presId="urn:microsoft.com/office/officeart/2005/8/layout/hierarchy2"/>
    <dgm:cxn modelId="{1DE0F9A2-9451-4EEB-8BE1-5EADC5C55B53}" type="presParOf" srcId="{C047A230-A4F5-4E46-920D-504AA59192EE}" destId="{52869380-BC5E-4E78-BF40-6C55BE87DF7D}" srcOrd="0" destOrd="0" presId="urn:microsoft.com/office/officeart/2005/8/layout/hierarchy2"/>
    <dgm:cxn modelId="{46751281-C519-4ABF-81AF-27412D3A0482}" type="presParOf" srcId="{C047A230-A4F5-4E46-920D-504AA59192EE}" destId="{EA7E710B-C839-48BC-AF77-1B87E99EAB9D}" srcOrd="1" destOrd="0" presId="urn:microsoft.com/office/officeart/2005/8/layout/hierarchy2"/>
    <dgm:cxn modelId="{FED1EE37-EC2E-4C41-9739-4D36CF3F75CA}" type="presParOf" srcId="{D2727E3A-A374-4D02-ACC7-BDE460924031}" destId="{8DBB749E-7D4F-4C22-81A3-F99A37734BE3}" srcOrd="2" destOrd="0" presId="urn:microsoft.com/office/officeart/2005/8/layout/hierarchy2"/>
    <dgm:cxn modelId="{7C48497C-CBAE-4864-9D55-3202D2858F36}" type="presParOf" srcId="{8DBB749E-7D4F-4C22-81A3-F99A37734BE3}" destId="{E22D7835-06AC-45A3-953A-EC57025F750F}" srcOrd="0" destOrd="0" presId="urn:microsoft.com/office/officeart/2005/8/layout/hierarchy2"/>
    <dgm:cxn modelId="{79018D5E-A16A-4A30-9C9D-A0F1AE7D723D}" type="presParOf" srcId="{D2727E3A-A374-4D02-ACC7-BDE460924031}" destId="{2D624E69-D0F1-40B9-B4A3-02FDAC7E0311}" srcOrd="3" destOrd="0" presId="urn:microsoft.com/office/officeart/2005/8/layout/hierarchy2"/>
    <dgm:cxn modelId="{84E618C4-B99A-4DC0-95B0-26FA57BFFD8A}" type="presParOf" srcId="{2D624E69-D0F1-40B9-B4A3-02FDAC7E0311}" destId="{DA3B90F0-3193-4596-AB3D-AB2691BE83CD}" srcOrd="0" destOrd="0" presId="urn:microsoft.com/office/officeart/2005/8/layout/hierarchy2"/>
    <dgm:cxn modelId="{BC42FDE3-911F-4F85-B890-045E3971BDD8}" type="presParOf" srcId="{2D624E69-D0F1-40B9-B4A3-02FDAC7E0311}" destId="{D1177CA0-2971-4ADF-A540-8E4651E0313E}" srcOrd="1" destOrd="0" presId="urn:microsoft.com/office/officeart/2005/8/layout/hierarchy2"/>
    <dgm:cxn modelId="{C0FE0AFD-1992-4E28-B45A-73EEFB2890BA}" type="presParOf" srcId="{8E6942C1-22E1-493F-9F4E-C77C86D59B92}" destId="{72C4832A-306B-4E69-AF3A-EE934050A739}" srcOrd="2" destOrd="0" presId="urn:microsoft.com/office/officeart/2005/8/layout/hierarchy2"/>
    <dgm:cxn modelId="{AD8F0528-299C-440D-B424-36AC7E5DBD67}" type="presParOf" srcId="{72C4832A-306B-4E69-AF3A-EE934050A739}" destId="{7AEDA26D-62C6-4931-8BE7-CE5122996DB4}" srcOrd="0" destOrd="0" presId="urn:microsoft.com/office/officeart/2005/8/layout/hierarchy2"/>
    <dgm:cxn modelId="{F6E3CAD0-DBC8-420B-94BB-D8E4232432EC}" type="presParOf" srcId="{8E6942C1-22E1-493F-9F4E-C77C86D59B92}" destId="{F0F3729E-D91A-46A8-8C8F-641C9E6567CB}" srcOrd="3" destOrd="0" presId="urn:microsoft.com/office/officeart/2005/8/layout/hierarchy2"/>
    <dgm:cxn modelId="{DDDB4C29-8A60-4418-A5FE-9FE8EA10C167}" type="presParOf" srcId="{F0F3729E-D91A-46A8-8C8F-641C9E6567CB}" destId="{55580CC8-B39A-4753-98BF-187800DFFF90}" srcOrd="0" destOrd="0" presId="urn:microsoft.com/office/officeart/2005/8/layout/hierarchy2"/>
    <dgm:cxn modelId="{9C050574-292B-4A9B-A1B1-85664ACC61A5}" type="presParOf" srcId="{F0F3729E-D91A-46A8-8C8F-641C9E6567CB}" destId="{5C06A77A-2438-405F-98E0-BE69371BB846}" srcOrd="1" destOrd="0" presId="urn:microsoft.com/office/officeart/2005/8/layout/hierarchy2"/>
    <dgm:cxn modelId="{763E622C-AD66-4CDA-99FF-436EC16CFEB7}" type="presParOf" srcId="{5C06A77A-2438-405F-98E0-BE69371BB846}" destId="{24B68EA4-2B9B-4C54-A467-38DE8E315F16}" srcOrd="0" destOrd="0" presId="urn:microsoft.com/office/officeart/2005/8/layout/hierarchy2"/>
    <dgm:cxn modelId="{3DEB5478-32E0-417E-A05C-DD239682EC7C}" type="presParOf" srcId="{24B68EA4-2B9B-4C54-A467-38DE8E315F16}" destId="{BBA3BE8F-9FA4-4079-AF37-17E68091C499}" srcOrd="0" destOrd="0" presId="urn:microsoft.com/office/officeart/2005/8/layout/hierarchy2"/>
    <dgm:cxn modelId="{1FFA2F7C-7D4E-416F-BDA8-AAD045B97D17}" type="presParOf" srcId="{5C06A77A-2438-405F-98E0-BE69371BB846}" destId="{EF0DC56C-BEB0-464D-88EB-982E366E38D7}" srcOrd="1" destOrd="0" presId="urn:microsoft.com/office/officeart/2005/8/layout/hierarchy2"/>
    <dgm:cxn modelId="{F18C0545-B1A2-48C1-9C87-ABCD8846E895}" type="presParOf" srcId="{EF0DC56C-BEB0-464D-88EB-982E366E38D7}" destId="{344D6753-C026-4833-96F7-40ADBBED65BF}" srcOrd="0" destOrd="0" presId="urn:microsoft.com/office/officeart/2005/8/layout/hierarchy2"/>
    <dgm:cxn modelId="{CF2B56B0-0458-436D-B5E2-440BC9182281}" type="presParOf" srcId="{EF0DC56C-BEB0-464D-88EB-982E366E38D7}" destId="{B15F15F8-F27D-4002-88E6-B1C830A4D6F6}" srcOrd="1" destOrd="0" presId="urn:microsoft.com/office/officeart/2005/8/layout/hierarchy2"/>
    <dgm:cxn modelId="{A2CC601D-9C8F-437F-A56B-7E4549AC0D54}" type="presParOf" srcId="{8E6942C1-22E1-493F-9F4E-C77C86D59B92}" destId="{84C88C6B-226E-4C87-A192-1D086BE5DACF}" srcOrd="4" destOrd="0" presId="urn:microsoft.com/office/officeart/2005/8/layout/hierarchy2"/>
    <dgm:cxn modelId="{FD77A487-928C-4D87-971F-4EF675C1DE5D}" type="presParOf" srcId="{84C88C6B-226E-4C87-A192-1D086BE5DACF}" destId="{6D3C7B40-C205-45AF-A164-95AB7226FACF}" srcOrd="0" destOrd="0" presId="urn:microsoft.com/office/officeart/2005/8/layout/hierarchy2"/>
    <dgm:cxn modelId="{43EC5941-29FC-49FE-87BC-AA1E85A92C2E}" type="presParOf" srcId="{8E6942C1-22E1-493F-9F4E-C77C86D59B92}" destId="{A7F79F5A-F5A0-4C6C-96DF-4C780D21C2D9}" srcOrd="5" destOrd="0" presId="urn:microsoft.com/office/officeart/2005/8/layout/hierarchy2"/>
    <dgm:cxn modelId="{9DB4ACBC-939A-4B9E-A03A-AA350142653E}" type="presParOf" srcId="{A7F79F5A-F5A0-4C6C-96DF-4C780D21C2D9}" destId="{AA77AACF-0230-4E1B-A04C-3802CFFEB6E6}" srcOrd="0" destOrd="0" presId="urn:microsoft.com/office/officeart/2005/8/layout/hierarchy2"/>
    <dgm:cxn modelId="{E6516E9F-0925-4E8A-977A-94C9892D0FE2}" type="presParOf" srcId="{A7F79F5A-F5A0-4C6C-96DF-4C780D21C2D9}" destId="{042BD214-C901-41AD-928E-3991ADED6E8C}" srcOrd="1" destOrd="0" presId="urn:microsoft.com/office/officeart/2005/8/layout/hierarchy2"/>
    <dgm:cxn modelId="{DC8D7604-FABD-43B4-BD17-EFA16736C5DE}" type="presParOf" srcId="{042BD214-C901-41AD-928E-3991ADED6E8C}" destId="{967B4077-AA00-41CF-AEF4-1982D473E994}" srcOrd="0" destOrd="0" presId="urn:microsoft.com/office/officeart/2005/8/layout/hierarchy2"/>
    <dgm:cxn modelId="{71B411CA-37EB-4388-BE04-EAAF587695C1}" type="presParOf" srcId="{967B4077-AA00-41CF-AEF4-1982D473E994}" destId="{262D71AB-526F-49E2-A2F4-3548693835EE}" srcOrd="0" destOrd="0" presId="urn:microsoft.com/office/officeart/2005/8/layout/hierarchy2"/>
    <dgm:cxn modelId="{2FD3BD89-2E30-4BFE-897E-3E14454EC157}" type="presParOf" srcId="{042BD214-C901-41AD-928E-3991ADED6E8C}" destId="{2D1DDE4D-F884-4C95-9527-B5E28A5EE0B8}" srcOrd="1" destOrd="0" presId="urn:microsoft.com/office/officeart/2005/8/layout/hierarchy2"/>
    <dgm:cxn modelId="{064AB19F-975D-4922-8D5A-2C74CB2D2578}" type="presParOf" srcId="{2D1DDE4D-F884-4C95-9527-B5E28A5EE0B8}" destId="{C7E3F329-BD1C-409E-ACB8-F7B69E1C61BF}" srcOrd="0" destOrd="0" presId="urn:microsoft.com/office/officeart/2005/8/layout/hierarchy2"/>
    <dgm:cxn modelId="{6115D868-F28A-40B2-A0DC-23BFBEA67D2E}" type="presParOf" srcId="{2D1DDE4D-F884-4C95-9527-B5E28A5EE0B8}" destId="{AF1D03FD-7EE0-4023-A29F-866916BC250E}" srcOrd="1" destOrd="0" presId="urn:microsoft.com/office/officeart/2005/8/layout/hierarchy2"/>
    <dgm:cxn modelId="{365740AF-F9FA-4067-87C2-6EDEA2D295B8}" type="presParOf" srcId="{48078A60-A91E-49A8-8567-13C3B6C001AC}" destId="{964B442D-5DE7-47FB-BD43-01EEC0F768AA}" srcOrd="2" destOrd="0" presId="urn:microsoft.com/office/officeart/2005/8/layout/hierarchy2"/>
    <dgm:cxn modelId="{2BB68E17-C46B-48A0-87DD-B49010FDA7E4}" type="presParOf" srcId="{964B442D-5DE7-47FB-BD43-01EEC0F768AA}" destId="{5950A4DA-E785-442B-A0DC-A036BE25CD53}" srcOrd="0" destOrd="0" presId="urn:microsoft.com/office/officeart/2005/8/layout/hierarchy2"/>
    <dgm:cxn modelId="{CB528B95-9DAC-4312-BD8B-5C19B97617CE}" type="presParOf" srcId="{48078A60-A91E-49A8-8567-13C3B6C001AC}" destId="{A87B0403-DC34-4FCF-AA5B-C2EF06F508AD}" srcOrd="3" destOrd="0" presId="urn:microsoft.com/office/officeart/2005/8/layout/hierarchy2"/>
    <dgm:cxn modelId="{283AD8EB-3100-4504-B92D-22DCC1A1F51E}" type="presParOf" srcId="{A87B0403-DC34-4FCF-AA5B-C2EF06F508AD}" destId="{52868F5A-61EE-4155-A3A3-06AA574D7006}" srcOrd="0" destOrd="0" presId="urn:microsoft.com/office/officeart/2005/8/layout/hierarchy2"/>
    <dgm:cxn modelId="{6CD4D731-66A8-4F70-A9A5-E7E04C171339}" type="presParOf" srcId="{A87B0403-DC34-4FCF-AA5B-C2EF06F508AD}" destId="{2CAE3DB6-E59D-42E8-BC8B-FFED5B1CA0A4}" srcOrd="1" destOrd="0" presId="urn:microsoft.com/office/officeart/2005/8/layout/hierarchy2"/>
    <dgm:cxn modelId="{A76C0D82-87C6-428F-8D10-6CB846743B57}" type="presParOf" srcId="{2CAE3DB6-E59D-42E8-BC8B-FFED5B1CA0A4}" destId="{EE5F6E9C-3201-44A1-858C-A5694EEEB478}" srcOrd="0" destOrd="0" presId="urn:microsoft.com/office/officeart/2005/8/layout/hierarchy2"/>
    <dgm:cxn modelId="{50280274-F160-4694-8537-9C7130E90A7A}" type="presParOf" srcId="{EE5F6E9C-3201-44A1-858C-A5694EEEB478}" destId="{D5DCA4D3-4C3A-4480-A6C1-E5C6E63BBCCD}" srcOrd="0" destOrd="0" presId="urn:microsoft.com/office/officeart/2005/8/layout/hierarchy2"/>
    <dgm:cxn modelId="{2F9BF798-3F3E-4A1B-BD61-2C2FA78FF086}" type="presParOf" srcId="{2CAE3DB6-E59D-42E8-BC8B-FFED5B1CA0A4}" destId="{9332E95D-10D9-40E5-9EB1-4B2E5E3AB742}" srcOrd="1" destOrd="0" presId="urn:microsoft.com/office/officeart/2005/8/layout/hierarchy2"/>
    <dgm:cxn modelId="{85B38843-32EB-4E58-9F94-3F2893F0D4D8}" type="presParOf" srcId="{9332E95D-10D9-40E5-9EB1-4B2E5E3AB742}" destId="{07AA1121-8A5D-4292-987B-4C647D5E0497}" srcOrd="0" destOrd="0" presId="urn:microsoft.com/office/officeart/2005/8/layout/hierarchy2"/>
    <dgm:cxn modelId="{CCBCB2C8-D167-4E31-A846-E51F70C8D5E3}" type="presParOf" srcId="{9332E95D-10D9-40E5-9EB1-4B2E5E3AB742}" destId="{5CCDD6F9-2FA6-4609-A2A9-27A9544DC80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E4DC10-4DA5-48F6-B507-A77BE26979CC}">
      <dsp:nvSpPr>
        <dsp:cNvPr id="0" name=""/>
        <dsp:cNvSpPr/>
      </dsp:nvSpPr>
      <dsp:spPr>
        <a:xfrm>
          <a:off x="1333318" y="2234139"/>
          <a:ext cx="1321667" cy="6608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视觉结构要解决的问题</a:t>
          </a:r>
        </a:p>
      </dsp:txBody>
      <dsp:txXfrm>
        <a:off x="1352673" y="2253494"/>
        <a:ext cx="1282957" cy="622123"/>
      </dsp:txXfrm>
    </dsp:sp>
    <dsp:sp modelId="{F4C7A10F-E807-475F-BFD9-053E44A2DD75}">
      <dsp:nvSpPr>
        <dsp:cNvPr id="0" name=""/>
        <dsp:cNvSpPr/>
      </dsp:nvSpPr>
      <dsp:spPr>
        <a:xfrm rot="17155711">
          <a:off x="1956137" y="1627744"/>
          <a:ext cx="1926361" cy="21225"/>
        </a:xfrm>
        <a:custGeom>
          <a:avLst/>
          <a:gdLst/>
          <a:ahLst/>
          <a:cxnLst/>
          <a:rect l="0" t="0" r="0" b="0"/>
          <a:pathLst>
            <a:path>
              <a:moveTo>
                <a:pt x="0" y="10612"/>
              </a:moveTo>
              <a:lnTo>
                <a:pt x="1926361" y="10612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700" kern="1200"/>
        </a:p>
      </dsp:txBody>
      <dsp:txXfrm>
        <a:off x="2871159" y="1590197"/>
        <a:ext cx="96318" cy="96318"/>
      </dsp:txXfrm>
    </dsp:sp>
    <dsp:sp modelId="{32DD629A-D75E-4BD3-909E-334F7B9A3517}">
      <dsp:nvSpPr>
        <dsp:cNvPr id="0" name=""/>
        <dsp:cNvSpPr/>
      </dsp:nvSpPr>
      <dsp:spPr>
        <a:xfrm>
          <a:off x="3183652" y="381740"/>
          <a:ext cx="1321667" cy="6608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静态时的视觉</a:t>
          </a:r>
        </a:p>
      </dsp:txBody>
      <dsp:txXfrm>
        <a:off x="3203007" y="401095"/>
        <a:ext cx="1282957" cy="622123"/>
      </dsp:txXfrm>
    </dsp:sp>
    <dsp:sp modelId="{CCA0A3DB-B3A6-462F-9566-FE8D8CBBBF49}">
      <dsp:nvSpPr>
        <dsp:cNvPr id="0" name=""/>
        <dsp:cNvSpPr/>
      </dsp:nvSpPr>
      <dsp:spPr>
        <a:xfrm rot="19457599">
          <a:off x="4444125" y="511555"/>
          <a:ext cx="651055" cy="21225"/>
        </a:xfrm>
        <a:custGeom>
          <a:avLst/>
          <a:gdLst/>
          <a:ahLst/>
          <a:cxnLst/>
          <a:rect l="0" t="0" r="0" b="0"/>
          <a:pathLst>
            <a:path>
              <a:moveTo>
                <a:pt x="0" y="10612"/>
              </a:moveTo>
              <a:lnTo>
                <a:pt x="651055" y="10612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753376" y="505891"/>
        <a:ext cx="32552" cy="32552"/>
      </dsp:txXfrm>
    </dsp:sp>
    <dsp:sp modelId="{8A68729B-9DC8-4CA8-B603-8B81A2ACDB89}">
      <dsp:nvSpPr>
        <dsp:cNvPr id="0" name=""/>
        <dsp:cNvSpPr/>
      </dsp:nvSpPr>
      <dsp:spPr>
        <a:xfrm>
          <a:off x="5033985" y="1761"/>
          <a:ext cx="1321667" cy="6608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常规摄像</a:t>
          </a:r>
        </a:p>
      </dsp:txBody>
      <dsp:txXfrm>
        <a:off x="5053340" y="21116"/>
        <a:ext cx="1282957" cy="622123"/>
      </dsp:txXfrm>
    </dsp:sp>
    <dsp:sp modelId="{6D2290F4-0410-49E3-8522-79112785819C}">
      <dsp:nvSpPr>
        <dsp:cNvPr id="0" name=""/>
        <dsp:cNvSpPr/>
      </dsp:nvSpPr>
      <dsp:spPr>
        <a:xfrm rot="2142401">
          <a:off x="4444125" y="891534"/>
          <a:ext cx="651055" cy="21225"/>
        </a:xfrm>
        <a:custGeom>
          <a:avLst/>
          <a:gdLst/>
          <a:ahLst/>
          <a:cxnLst/>
          <a:rect l="0" t="0" r="0" b="0"/>
          <a:pathLst>
            <a:path>
              <a:moveTo>
                <a:pt x="0" y="10612"/>
              </a:moveTo>
              <a:lnTo>
                <a:pt x="651055" y="10612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753376" y="885870"/>
        <a:ext cx="32552" cy="32552"/>
      </dsp:txXfrm>
    </dsp:sp>
    <dsp:sp modelId="{E577BCA5-B278-4B25-A2F4-312D75A2CCF7}">
      <dsp:nvSpPr>
        <dsp:cNvPr id="0" name=""/>
        <dsp:cNvSpPr/>
      </dsp:nvSpPr>
      <dsp:spPr>
        <a:xfrm>
          <a:off x="5033985" y="761720"/>
          <a:ext cx="1321667" cy="6608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激光雷达（可选）</a:t>
          </a:r>
        </a:p>
      </dsp:txBody>
      <dsp:txXfrm>
        <a:off x="5053340" y="781075"/>
        <a:ext cx="1282957" cy="622123"/>
      </dsp:txXfrm>
    </dsp:sp>
    <dsp:sp modelId="{E064D0A6-7B4D-4708-BA9A-8579701E3A60}">
      <dsp:nvSpPr>
        <dsp:cNvPr id="0" name=""/>
        <dsp:cNvSpPr/>
      </dsp:nvSpPr>
      <dsp:spPr>
        <a:xfrm rot="19457599">
          <a:off x="6294458" y="891534"/>
          <a:ext cx="651055" cy="21225"/>
        </a:xfrm>
        <a:custGeom>
          <a:avLst/>
          <a:gdLst/>
          <a:ahLst/>
          <a:cxnLst/>
          <a:rect l="0" t="0" r="0" b="0"/>
          <a:pathLst>
            <a:path>
              <a:moveTo>
                <a:pt x="0" y="10612"/>
              </a:moveTo>
              <a:lnTo>
                <a:pt x="651055" y="10612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603710" y="885870"/>
        <a:ext cx="32552" cy="32552"/>
      </dsp:txXfrm>
    </dsp:sp>
    <dsp:sp modelId="{68E3B375-1D8E-4F38-84A1-A635F40CB639}">
      <dsp:nvSpPr>
        <dsp:cNvPr id="0" name=""/>
        <dsp:cNvSpPr/>
      </dsp:nvSpPr>
      <dsp:spPr>
        <a:xfrm>
          <a:off x="6884319" y="381740"/>
          <a:ext cx="1321667" cy="6608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如果只在静态时需要雷达，可升降</a:t>
          </a:r>
        </a:p>
      </dsp:txBody>
      <dsp:txXfrm>
        <a:off x="6903674" y="401095"/>
        <a:ext cx="1282957" cy="622123"/>
      </dsp:txXfrm>
    </dsp:sp>
    <dsp:sp modelId="{D1A2EB34-2EA2-4D22-9158-1A09BEBBA85B}">
      <dsp:nvSpPr>
        <dsp:cNvPr id="0" name=""/>
        <dsp:cNvSpPr/>
      </dsp:nvSpPr>
      <dsp:spPr>
        <a:xfrm rot="2142401">
          <a:off x="6294458" y="1271513"/>
          <a:ext cx="651055" cy="21225"/>
        </a:xfrm>
        <a:custGeom>
          <a:avLst/>
          <a:gdLst/>
          <a:ahLst/>
          <a:cxnLst/>
          <a:rect l="0" t="0" r="0" b="0"/>
          <a:pathLst>
            <a:path>
              <a:moveTo>
                <a:pt x="0" y="10612"/>
              </a:moveTo>
              <a:lnTo>
                <a:pt x="651055" y="10612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603710" y="1265850"/>
        <a:ext cx="32552" cy="32552"/>
      </dsp:txXfrm>
    </dsp:sp>
    <dsp:sp modelId="{B1A2EBF0-DDC2-4DD4-8714-B2322AFE7B66}">
      <dsp:nvSpPr>
        <dsp:cNvPr id="0" name=""/>
        <dsp:cNvSpPr/>
      </dsp:nvSpPr>
      <dsp:spPr>
        <a:xfrm>
          <a:off x="6884319" y="1141699"/>
          <a:ext cx="1321667" cy="6608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也可以采用将外壳做成透明可透波材料</a:t>
          </a:r>
        </a:p>
      </dsp:txBody>
      <dsp:txXfrm>
        <a:off x="6903674" y="1161054"/>
        <a:ext cx="1282957" cy="622123"/>
      </dsp:txXfrm>
    </dsp:sp>
    <dsp:sp modelId="{77D16E2A-11C5-45C9-811A-53FB5B0D9F9B}">
      <dsp:nvSpPr>
        <dsp:cNvPr id="0" name=""/>
        <dsp:cNvSpPr/>
      </dsp:nvSpPr>
      <dsp:spPr>
        <a:xfrm rot="4444289">
          <a:off x="1956137" y="3480143"/>
          <a:ext cx="1926361" cy="21225"/>
        </a:xfrm>
        <a:custGeom>
          <a:avLst/>
          <a:gdLst/>
          <a:ahLst/>
          <a:cxnLst/>
          <a:rect l="0" t="0" r="0" b="0"/>
          <a:pathLst>
            <a:path>
              <a:moveTo>
                <a:pt x="0" y="10612"/>
              </a:moveTo>
              <a:lnTo>
                <a:pt x="1926361" y="10612"/>
              </a:lnTo>
            </a:path>
          </a:pathLst>
        </a:custGeom>
        <a:noFill/>
        <a:ln w="12700" cap="flat" cmpd="sng" algn="ctr">
          <a:solidFill>
            <a:schemeClr val="accent6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700" kern="1200"/>
        </a:p>
      </dsp:txBody>
      <dsp:txXfrm>
        <a:off x="2871159" y="3442596"/>
        <a:ext cx="96318" cy="96318"/>
      </dsp:txXfrm>
    </dsp:sp>
    <dsp:sp modelId="{83FB8BA1-E97D-46AE-9838-C1667B4F78ED}">
      <dsp:nvSpPr>
        <dsp:cNvPr id="0" name=""/>
        <dsp:cNvSpPr/>
      </dsp:nvSpPr>
      <dsp:spPr>
        <a:xfrm>
          <a:off x="3183652" y="4086538"/>
          <a:ext cx="1321667" cy="6608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动态时的视觉</a:t>
          </a:r>
        </a:p>
      </dsp:txBody>
      <dsp:txXfrm>
        <a:off x="3203007" y="4105893"/>
        <a:ext cx="1282957" cy="622123"/>
      </dsp:txXfrm>
    </dsp:sp>
    <dsp:sp modelId="{A01FE13E-AA3F-4481-A7BB-548C44BDB8AC}">
      <dsp:nvSpPr>
        <dsp:cNvPr id="0" name=""/>
        <dsp:cNvSpPr/>
      </dsp:nvSpPr>
      <dsp:spPr>
        <a:xfrm rot="18103853">
          <a:off x="4267050" y="3978865"/>
          <a:ext cx="1005203" cy="21225"/>
        </a:xfrm>
        <a:custGeom>
          <a:avLst/>
          <a:gdLst/>
          <a:ahLst/>
          <a:cxnLst/>
          <a:rect l="0" t="0" r="0" b="0"/>
          <a:pathLst>
            <a:path>
              <a:moveTo>
                <a:pt x="0" y="10612"/>
              </a:moveTo>
              <a:lnTo>
                <a:pt x="1005203" y="10612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744522" y="3964348"/>
        <a:ext cx="50260" cy="50260"/>
      </dsp:txXfrm>
    </dsp:sp>
    <dsp:sp modelId="{DCFC98D6-1A06-437E-9476-532D77F98BEA}">
      <dsp:nvSpPr>
        <dsp:cNvPr id="0" name=""/>
        <dsp:cNvSpPr/>
      </dsp:nvSpPr>
      <dsp:spPr>
        <a:xfrm>
          <a:off x="5033985" y="3231585"/>
          <a:ext cx="1321667" cy="6608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双目（鱼眼）相机</a:t>
          </a:r>
        </a:p>
      </dsp:txBody>
      <dsp:txXfrm>
        <a:off x="5053340" y="3250940"/>
        <a:ext cx="1282957" cy="622123"/>
      </dsp:txXfrm>
    </dsp:sp>
    <dsp:sp modelId="{06E9EA41-EB8F-49DE-9FF6-968F1E8A500C}">
      <dsp:nvSpPr>
        <dsp:cNvPr id="0" name=""/>
        <dsp:cNvSpPr/>
      </dsp:nvSpPr>
      <dsp:spPr>
        <a:xfrm rot="17945813">
          <a:off x="6076412" y="3076415"/>
          <a:ext cx="1087147" cy="21225"/>
        </a:xfrm>
        <a:custGeom>
          <a:avLst/>
          <a:gdLst/>
          <a:ahLst/>
          <a:cxnLst/>
          <a:rect l="0" t="0" r="0" b="0"/>
          <a:pathLst>
            <a:path>
              <a:moveTo>
                <a:pt x="0" y="10612"/>
              </a:moveTo>
              <a:lnTo>
                <a:pt x="1087147" y="10612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592807" y="3059849"/>
        <a:ext cx="54357" cy="54357"/>
      </dsp:txXfrm>
    </dsp:sp>
    <dsp:sp modelId="{72004BC9-7346-4F18-8F22-E006FA32EE11}">
      <dsp:nvSpPr>
        <dsp:cNvPr id="0" name=""/>
        <dsp:cNvSpPr/>
      </dsp:nvSpPr>
      <dsp:spPr>
        <a:xfrm>
          <a:off x="6884319" y="2281637"/>
          <a:ext cx="1321667" cy="6608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相机的选择</a:t>
          </a:r>
        </a:p>
      </dsp:txBody>
      <dsp:txXfrm>
        <a:off x="6903674" y="2300992"/>
        <a:ext cx="1282957" cy="622123"/>
      </dsp:txXfrm>
    </dsp:sp>
    <dsp:sp modelId="{3903ECDD-924B-4846-BAFC-C8D3BFD2CA96}">
      <dsp:nvSpPr>
        <dsp:cNvPr id="0" name=""/>
        <dsp:cNvSpPr/>
      </dsp:nvSpPr>
      <dsp:spPr>
        <a:xfrm rot="19457599">
          <a:off x="8144792" y="2411451"/>
          <a:ext cx="651055" cy="21225"/>
        </a:xfrm>
        <a:custGeom>
          <a:avLst/>
          <a:gdLst/>
          <a:ahLst/>
          <a:cxnLst/>
          <a:rect l="0" t="0" r="0" b="0"/>
          <a:pathLst>
            <a:path>
              <a:moveTo>
                <a:pt x="0" y="10612"/>
              </a:moveTo>
              <a:lnTo>
                <a:pt x="651055" y="10612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8454043" y="2405787"/>
        <a:ext cx="32552" cy="32552"/>
      </dsp:txXfrm>
    </dsp:sp>
    <dsp:sp modelId="{52869380-BC5E-4E78-BF40-6C55BE87DF7D}">
      <dsp:nvSpPr>
        <dsp:cNvPr id="0" name=""/>
        <dsp:cNvSpPr/>
      </dsp:nvSpPr>
      <dsp:spPr>
        <a:xfrm>
          <a:off x="8734653" y="1901657"/>
          <a:ext cx="1321667" cy="6608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自制</a:t>
          </a:r>
        </a:p>
      </dsp:txBody>
      <dsp:txXfrm>
        <a:off x="8754008" y="1921012"/>
        <a:ext cx="1282957" cy="622123"/>
      </dsp:txXfrm>
    </dsp:sp>
    <dsp:sp modelId="{8DBB749E-7D4F-4C22-81A3-F99A37734BE3}">
      <dsp:nvSpPr>
        <dsp:cNvPr id="0" name=""/>
        <dsp:cNvSpPr/>
      </dsp:nvSpPr>
      <dsp:spPr>
        <a:xfrm rot="2142401">
          <a:off x="8144792" y="2791430"/>
          <a:ext cx="651055" cy="21225"/>
        </a:xfrm>
        <a:custGeom>
          <a:avLst/>
          <a:gdLst/>
          <a:ahLst/>
          <a:cxnLst/>
          <a:rect l="0" t="0" r="0" b="0"/>
          <a:pathLst>
            <a:path>
              <a:moveTo>
                <a:pt x="0" y="10612"/>
              </a:moveTo>
              <a:lnTo>
                <a:pt x="651055" y="10612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8454043" y="2785767"/>
        <a:ext cx="32552" cy="32552"/>
      </dsp:txXfrm>
    </dsp:sp>
    <dsp:sp modelId="{DA3B90F0-3193-4596-AB3D-AB2691BE83CD}">
      <dsp:nvSpPr>
        <dsp:cNvPr id="0" name=""/>
        <dsp:cNvSpPr/>
      </dsp:nvSpPr>
      <dsp:spPr>
        <a:xfrm>
          <a:off x="8734653" y="2661616"/>
          <a:ext cx="1321667" cy="6608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购买</a:t>
          </a:r>
        </a:p>
      </dsp:txBody>
      <dsp:txXfrm>
        <a:off x="8754008" y="2680971"/>
        <a:ext cx="1282957" cy="622123"/>
      </dsp:txXfrm>
    </dsp:sp>
    <dsp:sp modelId="{72C4832A-306B-4E69-AF3A-EE934050A739}">
      <dsp:nvSpPr>
        <dsp:cNvPr id="0" name=""/>
        <dsp:cNvSpPr/>
      </dsp:nvSpPr>
      <dsp:spPr>
        <a:xfrm rot="1186030">
          <a:off x="6339101" y="3646384"/>
          <a:ext cx="561769" cy="21225"/>
        </a:xfrm>
        <a:custGeom>
          <a:avLst/>
          <a:gdLst/>
          <a:ahLst/>
          <a:cxnLst/>
          <a:rect l="0" t="0" r="0" b="0"/>
          <a:pathLst>
            <a:path>
              <a:moveTo>
                <a:pt x="0" y="10612"/>
              </a:moveTo>
              <a:lnTo>
                <a:pt x="561769" y="10612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605942" y="3642952"/>
        <a:ext cx="28088" cy="28088"/>
      </dsp:txXfrm>
    </dsp:sp>
    <dsp:sp modelId="{55580CC8-B39A-4753-98BF-187800DFFF90}">
      <dsp:nvSpPr>
        <dsp:cNvPr id="0" name=""/>
        <dsp:cNvSpPr/>
      </dsp:nvSpPr>
      <dsp:spPr>
        <a:xfrm>
          <a:off x="6884319" y="3421574"/>
          <a:ext cx="1321667" cy="6608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双目间的图片合成</a:t>
          </a:r>
        </a:p>
      </dsp:txBody>
      <dsp:txXfrm>
        <a:off x="6903674" y="3440929"/>
        <a:ext cx="1282957" cy="622123"/>
      </dsp:txXfrm>
    </dsp:sp>
    <dsp:sp modelId="{24B68EA4-2B9B-4C54-A467-38DE8E315F16}">
      <dsp:nvSpPr>
        <dsp:cNvPr id="0" name=""/>
        <dsp:cNvSpPr/>
      </dsp:nvSpPr>
      <dsp:spPr>
        <a:xfrm>
          <a:off x="8205986" y="3741378"/>
          <a:ext cx="528666" cy="21225"/>
        </a:xfrm>
        <a:custGeom>
          <a:avLst/>
          <a:gdLst/>
          <a:ahLst/>
          <a:cxnLst/>
          <a:rect l="0" t="0" r="0" b="0"/>
          <a:pathLst>
            <a:path>
              <a:moveTo>
                <a:pt x="0" y="10612"/>
              </a:moveTo>
              <a:lnTo>
                <a:pt x="528666" y="10612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8457103" y="3738774"/>
        <a:ext cx="26433" cy="26433"/>
      </dsp:txXfrm>
    </dsp:sp>
    <dsp:sp modelId="{344D6753-C026-4833-96F7-40ADBBED65BF}">
      <dsp:nvSpPr>
        <dsp:cNvPr id="0" name=""/>
        <dsp:cNvSpPr/>
      </dsp:nvSpPr>
      <dsp:spPr>
        <a:xfrm>
          <a:off x="8734653" y="3421574"/>
          <a:ext cx="1321667" cy="6608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应该会有很多成熟方案。如果购买双目相机，厂家应该也会提供</a:t>
          </a:r>
        </a:p>
      </dsp:txBody>
      <dsp:txXfrm>
        <a:off x="8754008" y="3440929"/>
        <a:ext cx="1282957" cy="622123"/>
      </dsp:txXfrm>
    </dsp:sp>
    <dsp:sp modelId="{84C88C6B-226E-4C87-A192-1D086BE5DACF}">
      <dsp:nvSpPr>
        <dsp:cNvPr id="0" name=""/>
        <dsp:cNvSpPr/>
      </dsp:nvSpPr>
      <dsp:spPr>
        <a:xfrm rot="3654187">
          <a:off x="6076412" y="4026363"/>
          <a:ext cx="1087147" cy="21225"/>
        </a:xfrm>
        <a:custGeom>
          <a:avLst/>
          <a:gdLst/>
          <a:ahLst/>
          <a:cxnLst/>
          <a:rect l="0" t="0" r="0" b="0"/>
          <a:pathLst>
            <a:path>
              <a:moveTo>
                <a:pt x="0" y="10612"/>
              </a:moveTo>
              <a:lnTo>
                <a:pt x="1087147" y="10612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592807" y="4009797"/>
        <a:ext cx="54357" cy="54357"/>
      </dsp:txXfrm>
    </dsp:sp>
    <dsp:sp modelId="{AA77AACF-0230-4E1B-A04C-3802CFFEB6E6}">
      <dsp:nvSpPr>
        <dsp:cNvPr id="0" name=""/>
        <dsp:cNvSpPr/>
      </dsp:nvSpPr>
      <dsp:spPr>
        <a:xfrm>
          <a:off x="6884319" y="4181533"/>
          <a:ext cx="1321667" cy="6608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多张动态图片间的合成</a:t>
          </a:r>
        </a:p>
      </dsp:txBody>
      <dsp:txXfrm>
        <a:off x="6903674" y="4200888"/>
        <a:ext cx="1282957" cy="622123"/>
      </dsp:txXfrm>
    </dsp:sp>
    <dsp:sp modelId="{967B4077-AA00-41CF-AEF4-1982D473E994}">
      <dsp:nvSpPr>
        <dsp:cNvPr id="0" name=""/>
        <dsp:cNvSpPr/>
      </dsp:nvSpPr>
      <dsp:spPr>
        <a:xfrm>
          <a:off x="8205986" y="4501337"/>
          <a:ext cx="528666" cy="21225"/>
        </a:xfrm>
        <a:custGeom>
          <a:avLst/>
          <a:gdLst/>
          <a:ahLst/>
          <a:cxnLst/>
          <a:rect l="0" t="0" r="0" b="0"/>
          <a:pathLst>
            <a:path>
              <a:moveTo>
                <a:pt x="0" y="10612"/>
              </a:moveTo>
              <a:lnTo>
                <a:pt x="528666" y="10612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8457103" y="4498733"/>
        <a:ext cx="26433" cy="26433"/>
      </dsp:txXfrm>
    </dsp:sp>
    <dsp:sp modelId="{C7E3F329-BD1C-409E-ACB8-F7B69E1C61BF}">
      <dsp:nvSpPr>
        <dsp:cNvPr id="0" name=""/>
        <dsp:cNvSpPr/>
      </dsp:nvSpPr>
      <dsp:spPr>
        <a:xfrm>
          <a:off x="8734653" y="4181533"/>
          <a:ext cx="1321667" cy="6608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有开源方案需自行实现</a:t>
          </a:r>
        </a:p>
      </dsp:txBody>
      <dsp:txXfrm>
        <a:off x="8754008" y="4200888"/>
        <a:ext cx="1282957" cy="622123"/>
      </dsp:txXfrm>
    </dsp:sp>
    <dsp:sp modelId="{964B442D-5DE7-47FB-BD43-01EEC0F768AA}">
      <dsp:nvSpPr>
        <dsp:cNvPr id="0" name=""/>
        <dsp:cNvSpPr/>
      </dsp:nvSpPr>
      <dsp:spPr>
        <a:xfrm rot="3496147">
          <a:off x="4267050" y="4833819"/>
          <a:ext cx="1005203" cy="21225"/>
        </a:xfrm>
        <a:custGeom>
          <a:avLst/>
          <a:gdLst/>
          <a:ahLst/>
          <a:cxnLst/>
          <a:rect l="0" t="0" r="0" b="0"/>
          <a:pathLst>
            <a:path>
              <a:moveTo>
                <a:pt x="0" y="10612"/>
              </a:moveTo>
              <a:lnTo>
                <a:pt x="1005203" y="10612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4744522" y="4819301"/>
        <a:ext cx="50260" cy="50260"/>
      </dsp:txXfrm>
    </dsp:sp>
    <dsp:sp modelId="{52868F5A-61EE-4155-A3A3-06AA574D7006}">
      <dsp:nvSpPr>
        <dsp:cNvPr id="0" name=""/>
        <dsp:cNvSpPr/>
      </dsp:nvSpPr>
      <dsp:spPr>
        <a:xfrm>
          <a:off x="5033985" y="4941491"/>
          <a:ext cx="1321667" cy="6608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相机的目的</a:t>
          </a:r>
        </a:p>
      </dsp:txBody>
      <dsp:txXfrm>
        <a:off x="5053340" y="4960846"/>
        <a:ext cx="1282957" cy="622123"/>
      </dsp:txXfrm>
    </dsp:sp>
    <dsp:sp modelId="{EE5F6E9C-3201-44A1-858C-A5694EEEB478}">
      <dsp:nvSpPr>
        <dsp:cNvPr id="0" name=""/>
        <dsp:cNvSpPr/>
      </dsp:nvSpPr>
      <dsp:spPr>
        <a:xfrm>
          <a:off x="6355653" y="5261295"/>
          <a:ext cx="528666" cy="21225"/>
        </a:xfrm>
        <a:custGeom>
          <a:avLst/>
          <a:gdLst/>
          <a:ahLst/>
          <a:cxnLst/>
          <a:rect l="0" t="0" r="0" b="0"/>
          <a:pathLst>
            <a:path>
              <a:moveTo>
                <a:pt x="0" y="10612"/>
              </a:moveTo>
              <a:lnTo>
                <a:pt x="528666" y="10612"/>
              </a:lnTo>
            </a:path>
          </a:pathLst>
        </a:custGeom>
        <a:noFill/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500" kern="1200"/>
        </a:p>
      </dsp:txBody>
      <dsp:txXfrm>
        <a:off x="6606769" y="5258692"/>
        <a:ext cx="26433" cy="26433"/>
      </dsp:txXfrm>
    </dsp:sp>
    <dsp:sp modelId="{07AA1121-8A5D-4292-987B-4C647D5E0497}">
      <dsp:nvSpPr>
        <dsp:cNvPr id="0" name=""/>
        <dsp:cNvSpPr/>
      </dsp:nvSpPr>
      <dsp:spPr>
        <a:xfrm>
          <a:off x="6884319" y="4941491"/>
          <a:ext cx="1321667" cy="66083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900" kern="1200" dirty="0"/>
            <a:t>主要是获取实时的位置</a:t>
          </a:r>
          <a:r>
            <a:rPr lang="en-US" altLang="zh-CN" sz="900" kern="1200" dirty="0"/>
            <a:t>/</a:t>
          </a:r>
          <a:r>
            <a:rPr lang="zh-CN" altLang="en-US" sz="900" kern="1200" dirty="0"/>
            <a:t>与周围物体相对的距离</a:t>
          </a:r>
          <a:r>
            <a:rPr lang="en-US" altLang="zh-CN" sz="900" kern="1200" dirty="0"/>
            <a:t>/</a:t>
          </a:r>
          <a:r>
            <a:rPr lang="zh-CN" altLang="en-US" sz="900" kern="1200" dirty="0"/>
            <a:t>判定运动过程中的参照物</a:t>
          </a:r>
        </a:p>
      </dsp:txBody>
      <dsp:txXfrm>
        <a:off x="6903674" y="4960846"/>
        <a:ext cx="1282957" cy="6221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D54BF-9A2F-493B-8440-4E3C9EC4C37E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12DD3-CFE9-4E49-9E10-B4632C505B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kern="1200" dirty="0">
              <a:solidFill>
                <a:schemeClr val="tx1"/>
              </a:solidFill>
              <a:effectLst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E0D5545-95D4-489F-B8ED-7EAFA774B56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51177"/>
            <a:ext cx="2169174" cy="713098"/>
          </a:xfrm>
          <a:prstGeom prst="rect">
            <a:avLst/>
          </a:prstGeom>
        </p:spPr>
      </p:pic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2016174"/>
            <a:ext cx="10052879" cy="106085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/>
          <p:cNvSpPr>
            <a:spLocks noGrp="1"/>
          </p:cNvSpPr>
          <p:nvPr>
            <p:ph sz="quarter" idx="10" hasCustomPrompt="1"/>
          </p:nvPr>
        </p:nvSpPr>
        <p:spPr>
          <a:xfrm>
            <a:off x="4644345" y="5196924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DE506FFD-8B27-444A-964F-E64D0BB3DAF0}" type="datetime2">
              <a:rPr lang="zh-CN" altLang="en-US" smtClean="0"/>
              <a:t>​</a:t>
            </a:fld>
            <a:endParaRPr lang="zh-CN" altLang="en-US" dirty="0"/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4407403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3352562" y="6244170"/>
            <a:ext cx="5486876" cy="406590"/>
            <a:chOff x="3352562" y="6073254"/>
            <a:chExt cx="5486876" cy="406590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5">
              <a:alphaModFix amt="35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2" name="直接连接符 11"/>
          <p:cNvCxnSpPr/>
          <p:nvPr userDrawn="1"/>
        </p:nvCxnSpPr>
        <p:spPr>
          <a:xfrm>
            <a:off x="2046000" y="1712549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2046000" y="3428810"/>
            <a:ext cx="8100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3"/>
          <p:cNvSpPr>
            <a:spLocks noGrp="1"/>
          </p:cNvSpPr>
          <p:nvPr>
            <p:ph type="pic" sz="quarter" idx="12"/>
          </p:nvPr>
        </p:nvSpPr>
        <p:spPr>
          <a:xfrm>
            <a:off x="0" y="749300"/>
            <a:ext cx="12203394" cy="319193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pic>
        <p:nvPicPr>
          <p:cNvPr id="8" name="图片 7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51177"/>
            <a:ext cx="2169174" cy="713098"/>
          </a:xfrm>
          <a:prstGeom prst="rect">
            <a:avLst/>
          </a:prstGeom>
        </p:spPr>
      </p:pic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1069561" y="3383857"/>
            <a:ext cx="10052879" cy="106085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 algn="ctr">
              <a:defRPr sz="54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/>
          <p:cNvSpPr>
            <a:spLocks noGrp="1"/>
          </p:cNvSpPr>
          <p:nvPr>
            <p:ph sz="quarter" idx="10" hasCustomPrompt="1"/>
          </p:nvPr>
        </p:nvSpPr>
        <p:spPr>
          <a:xfrm>
            <a:off x="4644345" y="5798690"/>
            <a:ext cx="290331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fld id="{C6124F18-99FF-4E25-B026-C95B196756F6}" type="datetime2">
              <a:rPr lang="zh-CN" altLang="en-US" smtClean="0"/>
              <a:t>​</a:t>
            </a:fld>
            <a:endParaRPr lang="zh-CN" altLang="en-US" dirty="0"/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4034910" y="5052868"/>
            <a:ext cx="4122181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 rotWithShape="1">
          <a:blip r:embed="rId4" cstate="print"/>
          <a:srcRect l="74359" r="1346"/>
          <a:stretch>
            <a:fillRect/>
          </a:stretch>
        </p:blipFill>
        <p:spPr>
          <a:xfrm>
            <a:off x="8870172" y="274183"/>
            <a:ext cx="3002280" cy="411617"/>
          </a:xfrm>
          <a:prstGeom prst="rect">
            <a:avLst/>
          </a:prstGeom>
        </p:spPr>
      </p:pic>
      <p:grpSp>
        <p:nvGrpSpPr>
          <p:cNvPr id="2" name="组合 1"/>
          <p:cNvGrpSpPr/>
          <p:nvPr userDrawn="1"/>
        </p:nvGrpSpPr>
        <p:grpSpPr>
          <a:xfrm>
            <a:off x="3352562" y="6252715"/>
            <a:ext cx="5486876" cy="406590"/>
            <a:chOff x="3352562" y="6073254"/>
            <a:chExt cx="5486876" cy="406590"/>
          </a:xfrm>
        </p:grpSpPr>
        <p:pic>
          <p:nvPicPr>
            <p:cNvPr id="18" name="图片 17"/>
            <p:cNvPicPr>
              <a:picLocks noChangeAspect="1"/>
            </p:cNvPicPr>
            <p:nvPr userDrawn="1"/>
          </p:nvPicPr>
          <p:blipFill rotWithShape="1">
            <a:blip r:embed="rId5">
              <a:alphaModFix amt="35000"/>
            </a:blip>
            <a:srcRect t="9831" b="36385"/>
            <a:stretch>
              <a:fillRect/>
            </a:stretch>
          </p:blipFill>
          <p:spPr>
            <a:xfrm>
              <a:off x="3352562" y="6073254"/>
              <a:ext cx="5486876" cy="406590"/>
            </a:xfrm>
            <a:prstGeom prst="rect">
              <a:avLst/>
            </a:prstGeom>
          </p:spPr>
        </p:pic>
        <p:sp>
          <p:nvSpPr>
            <p:cNvPr id="37" name="椭圆 36"/>
            <p:cNvSpPr/>
            <p:nvPr userDrawn="1"/>
          </p:nvSpPr>
          <p:spPr>
            <a:xfrm>
              <a:off x="6051000" y="6259222"/>
              <a:ext cx="90000" cy="9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5" name="平行四边形 4"/>
          <p:cNvSpPr/>
          <p:nvPr userDrawn="1"/>
        </p:nvSpPr>
        <p:spPr>
          <a:xfrm>
            <a:off x="4144710" y="1537750"/>
            <a:ext cx="8047290" cy="3189811"/>
          </a:xfrm>
          <a:prstGeom prst="parallelogram">
            <a:avLst>
              <a:gd name="adj" fmla="val 0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8" name="图片 7" descr="图片包含 建筑物&#10;&#10;自动生成的说明"/>
          <p:cNvPicPr>
            <a:picLocks noChangeAspect="1"/>
          </p:cNvPicPr>
          <p:nvPr userDrawn="1"/>
        </p:nvPicPr>
        <p:blipFill>
          <a:blip r:embed="rId3" cstate="print">
            <a:alphaModFix amt="1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986" y="2142500"/>
            <a:ext cx="8047290" cy="2590938"/>
          </a:xfrm>
          <a:prstGeom prst="rect">
            <a:avLst/>
          </a:prstGeom>
        </p:spPr>
      </p:pic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5281297" y="2602227"/>
            <a:ext cx="6426437" cy="1060855"/>
          </a:xfrm>
          <a:prstGeom prst="rect">
            <a:avLst/>
          </a:prstGeom>
          <a:noFill/>
          <a:effectLst/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单击此处编辑标题样式</a:t>
            </a:r>
          </a:p>
        </p:txBody>
      </p:sp>
      <p:sp>
        <p:nvSpPr>
          <p:cNvPr id="26" name="内容占位符 25"/>
          <p:cNvSpPr>
            <a:spLocks noGrp="1"/>
          </p:cNvSpPr>
          <p:nvPr>
            <p:ph sz="quarter" idx="10" hasCustomPrompt="1"/>
          </p:nvPr>
        </p:nvSpPr>
        <p:spPr>
          <a:xfrm>
            <a:off x="7341280" y="4870088"/>
            <a:ext cx="2244701" cy="454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accent2"/>
                </a:solidFill>
              </a:defRPr>
            </a:lvl1pPr>
          </a:lstStyle>
          <a:p>
            <a:pPr lvl="0"/>
            <a:fld id="{C6124F18-99FF-4E25-B026-C95B196756F6}" type="datetime2">
              <a:rPr lang="zh-CN" altLang="en-US" smtClean="0"/>
              <a:t>​</a:t>
            </a:fld>
            <a:endParaRPr lang="zh-CN" altLang="en-US" dirty="0"/>
          </a:p>
        </p:txBody>
      </p:sp>
      <p:sp>
        <p:nvSpPr>
          <p:cNvPr id="32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6819584" y="3810704"/>
            <a:ext cx="3349862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b="1">
                <a:solidFill>
                  <a:schemeClr val="accent2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2"/>
          </p:nvPr>
        </p:nvSpPr>
        <p:spPr>
          <a:xfrm>
            <a:off x="0" y="1119382"/>
            <a:ext cx="6323888" cy="4026547"/>
          </a:xfrm>
          <a:custGeom>
            <a:avLst/>
            <a:gdLst>
              <a:gd name="connsiteX0" fmla="*/ 0 w 4827208"/>
              <a:gd name="connsiteY0" fmla="*/ 0 h 3236615"/>
              <a:gd name="connsiteX1" fmla="*/ 4827208 w 4827208"/>
              <a:gd name="connsiteY1" fmla="*/ 0 h 3236615"/>
              <a:gd name="connsiteX2" fmla="*/ 3218537 w 4827208"/>
              <a:gd name="connsiteY2" fmla="*/ 3236615 h 3236615"/>
              <a:gd name="connsiteX3" fmla="*/ 0 w 4827208"/>
              <a:gd name="connsiteY3" fmla="*/ 3236615 h 3236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7208" h="3236615">
                <a:moveTo>
                  <a:pt x="0" y="0"/>
                </a:moveTo>
                <a:lnTo>
                  <a:pt x="4827208" y="0"/>
                </a:lnTo>
                <a:lnTo>
                  <a:pt x="3218537" y="3236615"/>
                </a:lnTo>
                <a:lnTo>
                  <a:pt x="0" y="3236615"/>
                </a:ln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524558" y="4410381"/>
            <a:ext cx="3935296" cy="209291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13" y="51177"/>
            <a:ext cx="2169174" cy="713098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 userDrawn="1"/>
        </p:nvPicPr>
        <p:blipFill rotWithShape="1">
          <a:blip r:embed="rId6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4" name="组合 3"/>
          <p:cNvGrpSpPr/>
          <p:nvPr userDrawn="1"/>
        </p:nvGrpSpPr>
        <p:grpSpPr>
          <a:xfrm>
            <a:off x="304800" y="2455636"/>
            <a:ext cx="4122059" cy="1462680"/>
            <a:chOff x="304800" y="2709636"/>
            <a:chExt cx="4122059" cy="1462680"/>
          </a:xfrm>
        </p:grpSpPr>
        <p:grpSp>
          <p:nvGrpSpPr>
            <p:cNvPr id="5" name="组合 4"/>
            <p:cNvGrpSpPr/>
            <p:nvPr/>
          </p:nvGrpSpPr>
          <p:grpSpPr>
            <a:xfrm>
              <a:off x="304800" y="2709636"/>
              <a:ext cx="4122059" cy="1462680"/>
              <a:chOff x="667656" y="1497651"/>
              <a:chExt cx="4122059" cy="1462680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667656" y="1497651"/>
                <a:ext cx="4122059" cy="1438728"/>
                <a:chOff x="537028" y="1493158"/>
                <a:chExt cx="4122059" cy="1438728"/>
              </a:xfrm>
            </p:grpSpPr>
            <p:sp>
              <p:nvSpPr>
                <p:cNvPr id="10" name="矩形 9"/>
                <p:cNvSpPr/>
                <p:nvPr/>
              </p:nvSpPr>
              <p:spPr>
                <a:xfrm>
                  <a:off x="537029" y="1493158"/>
                  <a:ext cx="4122058" cy="143872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endParaRPr>
                </a:p>
              </p:txBody>
            </p:sp>
            <p:pic>
              <p:nvPicPr>
                <p:cNvPr id="11" name="图片 10" descr="图片包含 建筑物&#10;&#10;自动生成的说明"/>
                <p:cNvPicPr>
                  <a:picLocks noChangeAspect="1"/>
                </p:cNvPicPr>
                <p:nvPr/>
              </p:nvPicPr>
              <p:blipFill>
                <a:blip r:embed="rId3" cstate="print">
                  <a:alphaModFix amt="25000"/>
                  <a:duotone>
                    <a:schemeClr val="bg2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7028" y="1604731"/>
                  <a:ext cx="4122058" cy="1327155"/>
                </a:xfrm>
                <a:prstGeom prst="rect">
                  <a:avLst/>
                </a:prstGeom>
                <a:effectLst/>
              </p:spPr>
            </p:pic>
          </p:grpSp>
          <p:sp>
            <p:nvSpPr>
              <p:cNvPr id="8" name="文本框 7"/>
              <p:cNvSpPr txBox="1"/>
              <p:nvPr/>
            </p:nvSpPr>
            <p:spPr>
              <a:xfrm>
                <a:off x="2387598" y="1755350"/>
                <a:ext cx="223519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5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8161E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</a:rPr>
                  <a:t>目  录</a:t>
                </a:r>
              </a:p>
            </p:txBody>
          </p:sp>
          <p:sp>
            <p:nvSpPr>
              <p:cNvPr id="9" name="矩形 8"/>
              <p:cNvSpPr/>
              <p:nvPr/>
            </p:nvSpPr>
            <p:spPr>
              <a:xfrm rot="16200000">
                <a:off x="2683685" y="854302"/>
                <a:ext cx="90000" cy="4122058"/>
              </a:xfrm>
              <a:prstGeom prst="rect">
                <a:avLst/>
              </a:prstGeom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</p:grp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887" y="2871509"/>
              <a:ext cx="1590855" cy="1114981"/>
            </a:xfrm>
            <a:prstGeom prst="rect">
              <a:avLst/>
            </a:prstGeom>
          </p:spPr>
        </p:pic>
      </p:grpSp>
      <p:sp>
        <p:nvSpPr>
          <p:cNvPr id="13" name="图片占位符 12"/>
          <p:cNvSpPr>
            <a:spLocks noGrp="1"/>
          </p:cNvSpPr>
          <p:nvPr>
            <p:ph type="pic" sz="quarter" idx="10"/>
          </p:nvPr>
        </p:nvSpPr>
        <p:spPr>
          <a:xfrm>
            <a:off x="5772150" y="0"/>
            <a:ext cx="6419850" cy="68580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/>
          <p:cNvSpPr/>
          <p:nvPr userDrawn="1"/>
        </p:nvSpPr>
        <p:spPr>
          <a:xfrm flipV="1">
            <a:off x="5672624" y="0"/>
            <a:ext cx="9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4034970" y="685800"/>
            <a:ext cx="4122060" cy="1462680"/>
            <a:chOff x="667655" y="1497651"/>
            <a:chExt cx="4122060" cy="1462680"/>
          </a:xfrm>
        </p:grpSpPr>
        <p:grpSp>
          <p:nvGrpSpPr>
            <p:cNvPr id="7" name="组合 6"/>
            <p:cNvGrpSpPr/>
            <p:nvPr/>
          </p:nvGrpSpPr>
          <p:grpSpPr>
            <a:xfrm>
              <a:off x="667656" y="1497651"/>
              <a:ext cx="4122059" cy="1438728"/>
              <a:chOff x="537028" y="1493158"/>
              <a:chExt cx="4122059" cy="1438728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537029" y="1493158"/>
                <a:ext cx="4122058" cy="14387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endParaRPr>
              </a:p>
            </p:txBody>
          </p:sp>
          <p:pic>
            <p:nvPicPr>
              <p:cNvPr id="11" name="图片 10" descr="图片包含 建筑物&#10;&#10;自动生成的说明"/>
              <p:cNvPicPr>
                <a:picLocks noChangeAspect="1"/>
              </p:cNvPicPr>
              <p:nvPr/>
            </p:nvPicPr>
            <p:blipFill>
              <a:blip r:embed="rId3" cstate="print">
                <a:alphaModFix amt="25000"/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37028" y="1604731"/>
                <a:ext cx="4122058" cy="1327155"/>
              </a:xfrm>
              <a:prstGeom prst="rect">
                <a:avLst/>
              </a:prstGeom>
              <a:effectLst/>
            </p:spPr>
          </p:pic>
        </p:grpSp>
        <p:sp>
          <p:nvSpPr>
            <p:cNvPr id="8" name="文本框 7"/>
            <p:cNvSpPr txBox="1"/>
            <p:nvPr/>
          </p:nvSpPr>
          <p:spPr>
            <a:xfrm>
              <a:off x="667655" y="1755350"/>
              <a:ext cx="4122059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6000" b="1" i="0" u="none" strike="noStrike" kern="1200" cap="none" spc="0" normalizeH="0" baseline="0" noProof="0" dirty="0">
                  <a:ln>
                    <a:noFill/>
                  </a:ln>
                  <a:solidFill>
                    <a:srgbClr val="C8161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</a:rPr>
                <a:t>目         录</a:t>
              </a:r>
            </a:p>
          </p:txBody>
        </p:sp>
        <p:sp>
          <p:nvSpPr>
            <p:cNvPr id="9" name="矩形 8"/>
            <p:cNvSpPr/>
            <p:nvPr/>
          </p:nvSpPr>
          <p:spPr>
            <a:xfrm rot="16200000">
              <a:off x="2683685" y="854302"/>
              <a:ext cx="90000" cy="4122058"/>
            </a:xfrm>
            <a:prstGeom prst="rect">
              <a:avLst/>
            </a:prstGeom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1047" y="797373"/>
            <a:ext cx="1590855" cy="1114981"/>
          </a:xfrm>
          <a:prstGeom prst="rect">
            <a:avLst/>
          </a:prstGeom>
        </p:spPr>
      </p:pic>
      <p:sp>
        <p:nvSpPr>
          <p:cNvPr id="13" name="图片占位符 12"/>
          <p:cNvSpPr>
            <a:spLocks noGrp="1"/>
          </p:cNvSpPr>
          <p:nvPr userDrawn="1">
            <p:ph type="pic" sz="quarter" idx="10"/>
          </p:nvPr>
        </p:nvSpPr>
        <p:spPr>
          <a:xfrm>
            <a:off x="-19050" y="3428999"/>
            <a:ext cx="12211050" cy="342899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 rot="16200000" flipV="1">
            <a:off x="6051001" y="-2738344"/>
            <a:ext cx="90000" cy="1219890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2" name="矩形 41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35" name="图片 34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39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过渡页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2" name="矩形 41"/>
          <p:cNvSpPr/>
          <p:nvPr userDrawn="1"/>
        </p:nvSpPr>
        <p:spPr>
          <a:xfrm rot="10800000">
            <a:off x="5885901" y="-45000"/>
            <a:ext cx="90000" cy="694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4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5842000" cy="68770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6238874" y="3047028"/>
            <a:ext cx="5648325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238874" y="4054685"/>
            <a:ext cx="5648325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l="49487" r="1345"/>
          <a:stretch>
            <a:fillRect/>
          </a:stretch>
        </p:blipFill>
        <p:spPr>
          <a:xfrm>
            <a:off x="6238430" y="6041797"/>
            <a:ext cx="5920443" cy="41161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>
            <a:fillRect/>
          </a:stretch>
        </p:blipFill>
        <p:spPr>
          <a:xfrm>
            <a:off x="19566" y="6403747"/>
            <a:ext cx="12166903" cy="411617"/>
          </a:xfrm>
          <a:prstGeom prst="rect">
            <a:avLst/>
          </a:prstGeom>
        </p:spPr>
      </p:pic>
      <p:sp>
        <p:nvSpPr>
          <p:cNvPr id="19" name="平行四边形 18"/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20" name="图片 19" descr="图片包含 户外, 标牌, 黑色&#10;&#10;自动生成的说明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21" name="文本占位符 31"/>
          <p:cNvSpPr>
            <a:spLocks noGrp="1"/>
          </p:cNvSpPr>
          <p:nvPr>
            <p:ph type="body" sz="quarter" idx="14"/>
          </p:nvPr>
        </p:nvSpPr>
        <p:spPr>
          <a:xfrm>
            <a:off x="1075351" y="43657"/>
            <a:ext cx="9501209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1016782" y="119857"/>
            <a:ext cx="885617" cy="444838"/>
            <a:chOff x="11016782" y="119857"/>
            <a:chExt cx="885617" cy="444838"/>
          </a:xfrm>
        </p:grpSpPr>
        <p:sp>
          <p:nvSpPr>
            <p:cNvPr id="11" name="平行四边形 10"/>
            <p:cNvSpPr/>
            <p:nvPr userDrawn="1"/>
          </p:nvSpPr>
          <p:spPr>
            <a:xfrm>
              <a:off x="11428834" y="119857"/>
              <a:ext cx="473565" cy="242093"/>
            </a:xfrm>
            <a:prstGeom prst="parallelogram">
              <a:avLst>
                <a:gd name="adj" fmla="val 4444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2" name="平行四边形 11"/>
            <p:cNvSpPr/>
            <p:nvPr userDrawn="1"/>
          </p:nvSpPr>
          <p:spPr>
            <a:xfrm>
              <a:off x="11016782" y="322602"/>
              <a:ext cx="473565" cy="242093"/>
            </a:xfrm>
            <a:prstGeom prst="parallelogram">
              <a:avLst>
                <a:gd name="adj" fmla="val 44445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0814458" y="69892"/>
            <a:ext cx="1037230" cy="342900"/>
          </a:xfrm>
          <a:prstGeom prst="rect">
            <a:avLst/>
          </a:prstGeom>
        </p:spPr>
        <p:txBody>
          <a:bodyPr/>
          <a:lstStyle>
            <a:lvl1pPr algn="r">
              <a:defRPr sz="1800" b="1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53781C-E1F6-4315-A39D-61273F2E0596}" type="slidenum">
              <a:rPr kumimoji="0" lang="zh-CN" altLang="en-US" sz="1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(标题导航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53781C-E1F6-4315-A39D-61273F2E0596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平行四边形 18"/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305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20" name="图片 19" descr="图片包含 户外, 标牌, 黑色&#10;&#10;自动生成的说明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11" name="平行四边形 10"/>
          <p:cNvSpPr/>
          <p:nvPr userDrawn="1"/>
        </p:nvSpPr>
        <p:spPr>
          <a:xfrm>
            <a:off x="995330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8161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标题一</a:t>
            </a:r>
          </a:p>
        </p:txBody>
      </p:sp>
      <p:sp>
        <p:nvSpPr>
          <p:cNvPr id="12" name="平行四边形 11"/>
          <p:cNvSpPr/>
          <p:nvPr userDrawn="1"/>
        </p:nvSpPr>
        <p:spPr>
          <a:xfrm>
            <a:off x="2831521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8161E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标题二</a:t>
            </a:r>
          </a:p>
        </p:txBody>
      </p:sp>
      <p:sp>
        <p:nvSpPr>
          <p:cNvPr id="15" name="平行四边形 14"/>
          <p:cNvSpPr/>
          <p:nvPr userDrawn="1"/>
        </p:nvSpPr>
        <p:spPr>
          <a:xfrm>
            <a:off x="4645215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8161E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标题三</a:t>
            </a:r>
          </a:p>
        </p:txBody>
      </p:sp>
      <p:sp>
        <p:nvSpPr>
          <p:cNvPr id="16" name="平行四边形 15"/>
          <p:cNvSpPr/>
          <p:nvPr userDrawn="1"/>
        </p:nvSpPr>
        <p:spPr>
          <a:xfrm>
            <a:off x="6481406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8161E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标题四</a:t>
            </a:r>
          </a:p>
        </p:txBody>
      </p:sp>
      <p:sp>
        <p:nvSpPr>
          <p:cNvPr id="17" name="平行四边形 16"/>
          <p:cNvSpPr/>
          <p:nvPr userDrawn="1"/>
        </p:nvSpPr>
        <p:spPr>
          <a:xfrm>
            <a:off x="8295100" y="105510"/>
            <a:ext cx="1957419" cy="512879"/>
          </a:xfrm>
          <a:prstGeom prst="parallelogram">
            <a:avLst>
              <a:gd name="adj" fmla="val 43056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8161E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标题五</a:t>
            </a:r>
          </a:p>
        </p:txBody>
      </p:sp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4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21" name="平行四边形 20"/>
          <p:cNvSpPr/>
          <p:nvPr userDrawn="1"/>
        </p:nvSpPr>
        <p:spPr>
          <a:xfrm>
            <a:off x="11428834" y="119857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平行四边形 21"/>
          <p:cNvSpPr/>
          <p:nvPr userDrawn="1"/>
        </p:nvSpPr>
        <p:spPr>
          <a:xfrm>
            <a:off x="11016782" y="322602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18" name="平行四边形 17"/>
          <p:cNvSpPr/>
          <p:nvPr userDrawn="1"/>
        </p:nvSpPr>
        <p:spPr>
          <a:xfrm>
            <a:off x="0" y="1"/>
            <a:ext cx="12191483" cy="685800"/>
          </a:xfrm>
          <a:prstGeom prst="parallelogram">
            <a:avLst>
              <a:gd name="adj" fmla="val 4444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0849970" y="6515101"/>
            <a:ext cx="1037230" cy="3429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53781C-E1F6-4315-A39D-61273F2E0596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7" name="图片 6" descr="图片包含 户外, 标牌, 黑色&#10;&#10;自动生成的说明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56" y="73482"/>
            <a:ext cx="538838" cy="538838"/>
          </a:xfrm>
          <a:prstGeom prst="rect">
            <a:avLst/>
          </a:prstGeom>
        </p:spPr>
      </p:pic>
      <p:sp>
        <p:nvSpPr>
          <p:cNvPr id="8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1075351" y="43657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9" name="文本占位符 31"/>
          <p:cNvSpPr>
            <a:spLocks noGrp="1"/>
          </p:cNvSpPr>
          <p:nvPr>
            <p:ph type="body" sz="quarter" idx="12"/>
          </p:nvPr>
        </p:nvSpPr>
        <p:spPr>
          <a:xfrm>
            <a:off x="319056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0" name="文本占位符 31"/>
          <p:cNvSpPr>
            <a:spLocks noGrp="1"/>
          </p:cNvSpPr>
          <p:nvPr>
            <p:ph type="body" sz="quarter" idx="13"/>
          </p:nvPr>
        </p:nvSpPr>
        <p:spPr>
          <a:xfrm>
            <a:off x="4788940" y="6438900"/>
            <a:ext cx="4151344" cy="419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4" hasCustomPrompt="1"/>
          </p:nvPr>
        </p:nvSpPr>
        <p:spPr>
          <a:xfrm>
            <a:off x="319056" y="766710"/>
            <a:ext cx="11568144" cy="4765791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30000"/>
              </a:lnSpc>
              <a:buFontTx/>
              <a:buBlip>
                <a:blip r:embed="rId4"/>
              </a:buBlip>
              <a:defRPr sz="2000">
                <a:solidFill>
                  <a:schemeClr val="accent2"/>
                </a:solidFill>
              </a:defRPr>
            </a:lvl1pPr>
            <a:lvl2pPr>
              <a:lnSpc>
                <a:spcPct val="130000"/>
              </a:lnSpc>
              <a:defRPr sz="2000">
                <a:solidFill>
                  <a:schemeClr val="accent2"/>
                </a:solidFill>
              </a:defRPr>
            </a:lvl2pPr>
            <a:lvl3pPr>
              <a:lnSpc>
                <a:spcPct val="130000"/>
              </a:lnSpc>
              <a:defRPr sz="1800">
                <a:solidFill>
                  <a:schemeClr val="accent2"/>
                </a:solidFill>
              </a:defRPr>
            </a:lvl3pPr>
            <a:lvl4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4pPr>
            <a:lvl5pPr>
              <a:lnSpc>
                <a:spcPct val="130000"/>
              </a:lnSpc>
              <a:defRPr sz="1600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" name="平行四边形 20"/>
          <p:cNvSpPr/>
          <p:nvPr userDrawn="1"/>
        </p:nvSpPr>
        <p:spPr>
          <a:xfrm>
            <a:off x="11428834" y="119857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2" name="平行四边形 21"/>
          <p:cNvSpPr/>
          <p:nvPr userDrawn="1"/>
        </p:nvSpPr>
        <p:spPr>
          <a:xfrm>
            <a:off x="11016782" y="322602"/>
            <a:ext cx="473565" cy="242093"/>
          </a:xfrm>
          <a:prstGeom prst="parallelogram">
            <a:avLst>
              <a:gd name="adj" fmla="val 44445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 rotWithShape="1">
          <a:blip r:embed="rId5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2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>
            <a:off x="30480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9689690" y="3429000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 descr="图片包含 户外, 标牌, 黑色&#10;&#10;自动生成的说明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828" y="853340"/>
            <a:ext cx="1656344" cy="1656344"/>
          </a:xfrm>
          <a:prstGeom prst="rect">
            <a:avLst/>
          </a:prstGeom>
        </p:spPr>
      </p:pic>
      <p:sp>
        <p:nvSpPr>
          <p:cNvPr id="20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2555162" y="3129756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4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建筑物&#10;&#10;自动生成的说明"/>
          <p:cNvPicPr>
            <a:picLocks noChangeAspect="1"/>
          </p:cNvPicPr>
          <p:nvPr userDrawn="1"/>
        </p:nvPicPr>
        <p:blipFill>
          <a:blip r:embed="rId2">
            <a:alphaModFix amt="2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cxnSp>
        <p:nvCxnSpPr>
          <p:cNvPr id="13" name="直接连接符 12"/>
          <p:cNvCxnSpPr/>
          <p:nvPr userDrawn="1"/>
        </p:nvCxnSpPr>
        <p:spPr>
          <a:xfrm>
            <a:off x="7322504" y="1488254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/>
        </p:nvCxnSpPr>
        <p:spPr>
          <a:xfrm>
            <a:off x="7322504" y="4146847"/>
            <a:ext cx="219751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5033473" y="2496180"/>
            <a:ext cx="7081677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001" y="1860735"/>
            <a:ext cx="2858911" cy="23322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4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流程图: 离页连接符 1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0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5400" b="1" spc="600">
                <a:solidFill>
                  <a:schemeClr val="accent1"/>
                </a:solidFill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9" name="图片 8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lowpo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2F288E0-7875-42C4-84C8-98DBBD3BF4D2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2025/11/12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D9BB5D0-35E4-459D-AEF3-FE4D7C45CC19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物, 圆屋顶, 地板&#10;&#10;描述已自动生成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" y="0"/>
            <a:ext cx="12188951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 rot="16200000">
            <a:off x="6051000" y="-2616750"/>
            <a:ext cx="90000" cy="12192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5" name="图片占位符 33"/>
          <p:cNvSpPr>
            <a:spLocks noGrp="1"/>
          </p:cNvSpPr>
          <p:nvPr>
            <p:ph type="pic" sz="quarter" idx="10"/>
          </p:nvPr>
        </p:nvSpPr>
        <p:spPr>
          <a:xfrm>
            <a:off x="0" y="-19050"/>
            <a:ext cx="12192000" cy="3442348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标题 13"/>
          <p:cNvSpPr>
            <a:spLocks noGrp="1"/>
          </p:cNvSpPr>
          <p:nvPr>
            <p:ph type="title"/>
          </p:nvPr>
        </p:nvSpPr>
        <p:spPr>
          <a:xfrm>
            <a:off x="4654075" y="3047028"/>
            <a:ext cx="6489700" cy="775349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 cstate="print"/>
          <a:srcRect r="1346"/>
          <a:stretch>
            <a:fillRect/>
          </a:stretch>
        </p:blipFill>
        <p:spPr>
          <a:xfrm>
            <a:off x="516" y="6041797"/>
            <a:ext cx="12166903" cy="411617"/>
          </a:xfrm>
          <a:prstGeom prst="rect">
            <a:avLst/>
          </a:prstGeom>
        </p:spPr>
      </p:pic>
      <p:sp>
        <p:nvSpPr>
          <p:cNvPr id="8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4654075" y="4054685"/>
            <a:ext cx="6489700" cy="1534265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30000"/>
              </a:lnSpc>
              <a:buNone/>
              <a:defRPr sz="2200">
                <a:solidFill>
                  <a:schemeClr val="accent2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流程图: 离页连接符 8"/>
          <p:cNvSpPr/>
          <p:nvPr userDrawn="1"/>
        </p:nvSpPr>
        <p:spPr>
          <a:xfrm>
            <a:off x="3419386" y="0"/>
            <a:ext cx="5353229" cy="5219695"/>
          </a:xfrm>
          <a:prstGeom prst="flowChartOffpageConnector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0" name="文本占位符 31"/>
          <p:cNvSpPr txBox="1"/>
          <p:nvPr userDrawn="1"/>
        </p:nvSpPr>
        <p:spPr>
          <a:xfrm>
            <a:off x="2952571" y="26098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 defTabSz="967740" rtl="0" eaLnBrk="1" latinLnBrk="0" hangingPunct="1">
              <a:lnSpc>
                <a:spcPct val="100000"/>
              </a:lnSpc>
              <a:spcBef>
                <a:spcPts val="1060"/>
              </a:spcBef>
              <a:buFontTx/>
              <a:buNone/>
              <a:defRPr sz="5400" b="1" kern="1200" spc="6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580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540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0967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211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9354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17741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b="0" kern="12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66128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4515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902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2895" indent="-241935" algn="l" defTabSz="967740" rtl="0" eaLnBrk="1" latinLnBrk="0" hangingPunct="1">
              <a:lnSpc>
                <a:spcPct val="90000"/>
              </a:lnSpc>
              <a:spcBef>
                <a:spcPts val="530"/>
              </a:spcBef>
              <a:buFont typeface="Arial" panose="020B0604020202020204" pitchFamily="34" charset="0"/>
              <a:buChar char="•"/>
              <a:defRPr sz="19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67740" rtl="0" eaLnBrk="1" fontAlgn="auto" latinLnBrk="0" hangingPunct="1">
              <a:lnSpc>
                <a:spcPct val="100000"/>
              </a:lnSpc>
              <a:spcBef>
                <a:spcPts val="106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5400" b="1" i="0" u="none" strike="noStrike" kern="1200" cap="none" spc="600" normalizeH="0" baseline="0" noProof="0" dirty="0">
              <a:ln>
                <a:noFill/>
              </a:ln>
              <a:solidFill>
                <a:srgbClr val="C8161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alphaModFix amt="20000"/>
            <a:duotone>
              <a:srgbClr val="ED7D31">
                <a:shade val="45000"/>
                <a:satMod val="135000"/>
              </a:srgbClr>
              <a:prstClr val="white"/>
            </a:duotone>
          </a:blip>
          <a:srcRect t="9831" b="36385"/>
          <a:stretch>
            <a:fillRect/>
          </a:stretch>
        </p:blipFill>
        <p:spPr>
          <a:xfrm>
            <a:off x="3352562" y="6146610"/>
            <a:ext cx="5486876" cy="4065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410" y="188997"/>
            <a:ext cx="3019180" cy="2116050"/>
          </a:xfrm>
          <a:prstGeom prst="rect">
            <a:avLst/>
          </a:prstGeom>
        </p:spPr>
      </p:pic>
      <p:sp>
        <p:nvSpPr>
          <p:cNvPr id="13" name="任意多边形: 形状 12"/>
          <p:cNvSpPr/>
          <p:nvPr userDrawn="1"/>
        </p:nvSpPr>
        <p:spPr>
          <a:xfrm>
            <a:off x="3419386" y="4393629"/>
            <a:ext cx="5353229" cy="1461642"/>
          </a:xfrm>
          <a:custGeom>
            <a:avLst/>
            <a:gdLst>
              <a:gd name="connsiteX0" fmla="*/ 0 w 5353229"/>
              <a:gd name="connsiteY0" fmla="*/ 0 h 1461642"/>
              <a:gd name="connsiteX1" fmla="*/ 2676615 w 5353229"/>
              <a:gd name="connsiteY1" fmla="*/ 1043939 h 1461642"/>
              <a:gd name="connsiteX2" fmla="*/ 5353229 w 5353229"/>
              <a:gd name="connsiteY2" fmla="*/ 0 h 1461642"/>
              <a:gd name="connsiteX3" fmla="*/ 5353229 w 5353229"/>
              <a:gd name="connsiteY3" fmla="*/ 417703 h 1461642"/>
              <a:gd name="connsiteX4" fmla="*/ 2676615 w 5353229"/>
              <a:gd name="connsiteY4" fmla="*/ 1461642 h 1461642"/>
              <a:gd name="connsiteX5" fmla="*/ 0 w 5353229"/>
              <a:gd name="connsiteY5" fmla="*/ 417703 h 1461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53229" h="1461642">
                <a:moveTo>
                  <a:pt x="0" y="0"/>
                </a:moveTo>
                <a:lnTo>
                  <a:pt x="2676615" y="1043939"/>
                </a:lnTo>
                <a:lnTo>
                  <a:pt x="5353229" y="0"/>
                </a:lnTo>
                <a:lnTo>
                  <a:pt x="5353229" y="417703"/>
                </a:lnTo>
                <a:lnTo>
                  <a:pt x="2676615" y="1461642"/>
                </a:lnTo>
                <a:lnTo>
                  <a:pt x="0" y="417703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pic>
        <p:nvPicPr>
          <p:cNvPr id="14" name="图片 13" descr="图片包含 建筑物&#10;&#10;自动生成的说明"/>
          <p:cNvPicPr>
            <a:picLocks noChangeAspect="1"/>
          </p:cNvPicPr>
          <p:nvPr userDrawn="1"/>
        </p:nvPicPr>
        <p:blipFill>
          <a:blip r:embed="rId4">
            <a:alphaModFix amt="20000"/>
            <a:duotone>
              <a:prstClr val="black"/>
              <a:srgbClr val="C8161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417" y="2900149"/>
            <a:ext cx="12292835" cy="3957851"/>
          </a:xfrm>
          <a:prstGeom prst="rect">
            <a:avLst/>
          </a:prstGeom>
        </p:spPr>
      </p:pic>
      <p:sp>
        <p:nvSpPr>
          <p:cNvPr id="15" name="文本占位符 31"/>
          <p:cNvSpPr>
            <a:spLocks noGrp="1"/>
          </p:cNvSpPr>
          <p:nvPr>
            <p:ph type="body" sz="quarter" idx="11"/>
          </p:nvPr>
        </p:nvSpPr>
        <p:spPr>
          <a:xfrm>
            <a:off x="3104971" y="2762247"/>
            <a:ext cx="6286859" cy="59848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800" b="1" spc="600">
                <a:solidFill>
                  <a:schemeClr val="tx2"/>
                </a:solidFill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5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5" y="6219825"/>
            <a:ext cx="12192635" cy="6381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40995" y="221298"/>
            <a:ext cx="45866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rPr>
              <a:t>六足球形机器人的视觉设计</a:t>
            </a:r>
          </a:p>
        </p:txBody>
      </p:sp>
      <p:sp>
        <p:nvSpPr>
          <p:cNvPr id="13" name="矩形 12"/>
          <p:cNvSpPr/>
          <p:nvPr/>
        </p:nvSpPr>
        <p:spPr>
          <a:xfrm>
            <a:off x="0" y="177165"/>
            <a:ext cx="295910" cy="548640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103505" y="6405245"/>
            <a:ext cx="3829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1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1568AFFD-2081-6A10-9B1B-437198A9CF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3975037"/>
              </p:ext>
            </p:extLst>
          </p:nvPr>
        </p:nvGraphicFramePr>
        <p:xfrm>
          <a:off x="560191" y="801158"/>
          <a:ext cx="11389639" cy="5604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3F0709"/>
      </a:dk2>
      <a:lt2>
        <a:srgbClr val="FEF3F4"/>
      </a:lt2>
      <a:accent1>
        <a:srgbClr val="C8161E"/>
      </a:accent1>
      <a:accent2>
        <a:srgbClr val="1F4D7E"/>
      </a:accent2>
      <a:accent3>
        <a:srgbClr val="C8161E"/>
      </a:accent3>
      <a:accent4>
        <a:srgbClr val="1F4D7E"/>
      </a:accent4>
      <a:accent5>
        <a:srgbClr val="C8161E"/>
      </a:accent5>
      <a:accent6>
        <a:srgbClr val="1F4D7E"/>
      </a:accent6>
      <a:hlink>
        <a:srgbClr val="0026E5"/>
      </a:hlink>
      <a:folHlink>
        <a:srgbClr val="7E1FAD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120</Words>
  <Application>Microsoft Office PowerPoint</Application>
  <PresentationFormat>宽屏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微软雅黑</vt:lpstr>
      <vt:lpstr>Arial</vt:lpstr>
      <vt:lpstr>2_Office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顾璇 张</dc:creator>
  <cp:lastModifiedBy>顾璇 张</cp:lastModifiedBy>
  <cp:revision>5</cp:revision>
  <dcterms:created xsi:type="dcterms:W3CDTF">2025-10-20T08:19:00Z</dcterms:created>
  <dcterms:modified xsi:type="dcterms:W3CDTF">2025-11-12T08:36:36Z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ECE31BF9573845BF8894B1240756AB46_13</vt:lpwstr>
  </property>
  <property fmtid="{D5CDD505-2E9C-101B-9397-08002B2CF9AE}" pid="3" name="KSOProductBuildVer">
    <vt:lpwstr>2052-12.1.0.21541</vt:lpwstr>
  </property>
</Properties>
</file>